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6858000" cx="1218895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685800" y="4400550"/>
            <a:ext cx="5486400" cy="360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p2:notes"/>
          <p:cNvSpPr txBox="1"/>
          <p:nvPr>
            <p:ph idx="1" type="body"/>
          </p:nvPr>
        </p:nvSpPr>
        <p:spPr>
          <a:xfrm>
            <a:off x="685800" y="4400550"/>
            <a:ext cx="5486400" cy="360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3:notes"/>
          <p:cNvSpPr txBox="1"/>
          <p:nvPr>
            <p:ph idx="1" type="body"/>
          </p:nvPr>
        </p:nvSpPr>
        <p:spPr>
          <a:xfrm>
            <a:off x="685800" y="4400550"/>
            <a:ext cx="5486400" cy="360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3" name="Google Shape;113;p4:notes"/>
          <p:cNvSpPr txBox="1"/>
          <p:nvPr>
            <p:ph idx="1" type="body"/>
          </p:nvPr>
        </p:nvSpPr>
        <p:spPr>
          <a:xfrm>
            <a:off x="685800" y="4400550"/>
            <a:ext cx="5486400" cy="360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14" name="Google Shape;114;p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5:notes"/>
          <p:cNvSpPr txBox="1"/>
          <p:nvPr>
            <p:ph idx="1" type="body"/>
          </p:nvPr>
        </p:nvSpPr>
        <p:spPr>
          <a:xfrm>
            <a:off x="685800" y="4400550"/>
            <a:ext cx="5486400" cy="360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5" name="Google Shape;135;p6:notes"/>
          <p:cNvSpPr txBox="1"/>
          <p:nvPr>
            <p:ph idx="1" type="body"/>
          </p:nvPr>
        </p:nvSpPr>
        <p:spPr>
          <a:xfrm>
            <a:off x="685800" y="4400550"/>
            <a:ext cx="5486400" cy="360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 name="Google Shape;151;p7:notes"/>
          <p:cNvSpPr txBox="1"/>
          <p:nvPr>
            <p:ph idx="1" type="body"/>
          </p:nvPr>
        </p:nvSpPr>
        <p:spPr>
          <a:xfrm>
            <a:off x="685800" y="4400550"/>
            <a:ext cx="5486400" cy="360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8:notes"/>
          <p:cNvSpPr txBox="1"/>
          <p:nvPr>
            <p:ph idx="1" type="body"/>
          </p:nvPr>
        </p:nvSpPr>
        <p:spPr>
          <a:xfrm>
            <a:off x="685800" y="4400550"/>
            <a:ext cx="5486400" cy="3600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599"/>
          </a:xfrm>
          <a:prstGeom prst="rect">
            <a:avLst/>
          </a:prstGeom>
          <a:noFill/>
          <a:ln>
            <a:noFill/>
          </a:ln>
        </p:spPr>
        <p:txBody>
          <a:bodyPr anchorCtr="0" anchor="t" bIns="45700" lIns="91425" spcFirstLastPara="1" rIns="91425" wrap="square" tIns="45700">
            <a:normAutofit/>
          </a:bodyPr>
          <a:lstStyle>
            <a:lvl1pPr lvl="0" algn="ctr">
              <a:spcBef>
                <a:spcPts val="0"/>
              </a:spcBef>
              <a:spcAft>
                <a:spcPts val="0"/>
              </a:spcAft>
              <a:buClr>
                <a:srgbClr val="888888"/>
              </a:buClr>
              <a:buSzPts val="3200"/>
              <a:buNone/>
              <a:defRPr>
                <a:solidFill>
                  <a:srgbClr val="888888"/>
                </a:solidFill>
              </a:defRPr>
            </a:lvl1pPr>
            <a:lvl2pPr lvl="1" algn="ctr">
              <a:spcBef>
                <a:spcPts val="0"/>
              </a:spcBef>
              <a:spcAft>
                <a:spcPts val="0"/>
              </a:spcAft>
              <a:buClr>
                <a:srgbClr val="888888"/>
              </a:buClr>
              <a:buSzPts val="2800"/>
              <a:buNone/>
              <a:defRPr>
                <a:solidFill>
                  <a:srgbClr val="888888"/>
                </a:solidFill>
              </a:defRPr>
            </a:lvl2pPr>
            <a:lvl3pPr lvl="2" algn="ctr">
              <a:spcBef>
                <a:spcPts val="0"/>
              </a:spcBef>
              <a:spcAft>
                <a:spcPts val="0"/>
              </a:spcAft>
              <a:buClr>
                <a:srgbClr val="888888"/>
              </a:buClr>
              <a:buSzPts val="2400"/>
              <a:buNone/>
              <a:defRPr>
                <a:solidFill>
                  <a:srgbClr val="888888"/>
                </a:solidFill>
              </a:defRPr>
            </a:lvl3pPr>
            <a:lvl4pPr lvl="3" algn="ctr">
              <a:spcBef>
                <a:spcPts val="0"/>
              </a:spcBef>
              <a:spcAft>
                <a:spcPts val="0"/>
              </a:spcAft>
              <a:buClr>
                <a:srgbClr val="888888"/>
              </a:buClr>
              <a:buSzPts val="2000"/>
              <a:buNone/>
              <a:defRPr>
                <a:solidFill>
                  <a:srgbClr val="888888"/>
                </a:solidFill>
              </a:defRPr>
            </a:lvl4pPr>
            <a:lvl5pPr lvl="4" algn="ctr">
              <a:spcBef>
                <a:spcPts val="0"/>
              </a:spcBef>
              <a:spcAft>
                <a:spcPts val="0"/>
              </a:spcAft>
              <a:buClr>
                <a:srgbClr val="888888"/>
              </a:buClr>
              <a:buSzPts val="2000"/>
              <a:buNone/>
              <a:defRPr>
                <a:solidFill>
                  <a:srgbClr val="888888"/>
                </a:solidFill>
              </a:defRPr>
            </a:lvl5pPr>
            <a:lvl6pPr lvl="5" algn="ctr">
              <a:spcBef>
                <a:spcPts val="0"/>
              </a:spcBef>
              <a:spcAft>
                <a:spcPts val="0"/>
              </a:spcAft>
              <a:buClr>
                <a:srgbClr val="888888"/>
              </a:buClr>
              <a:buSzPts val="2000"/>
              <a:buNone/>
              <a:defRPr>
                <a:solidFill>
                  <a:srgbClr val="888888"/>
                </a:solidFill>
              </a:defRPr>
            </a:lvl6pPr>
            <a:lvl7pPr lvl="6" algn="ctr">
              <a:spcBef>
                <a:spcPts val="0"/>
              </a:spcBef>
              <a:spcAft>
                <a:spcPts val="0"/>
              </a:spcAft>
              <a:buClr>
                <a:srgbClr val="888888"/>
              </a:buClr>
              <a:buSzPts val="2000"/>
              <a:buNone/>
              <a:defRPr>
                <a:solidFill>
                  <a:srgbClr val="888888"/>
                </a:solidFill>
              </a:defRPr>
            </a:lvl7pPr>
            <a:lvl8pPr lvl="7" algn="ctr">
              <a:spcBef>
                <a:spcPts val="0"/>
              </a:spcBef>
              <a:spcAft>
                <a:spcPts val="0"/>
              </a:spcAft>
              <a:buClr>
                <a:srgbClr val="888888"/>
              </a:buClr>
              <a:buSzPts val="2000"/>
              <a:buNone/>
              <a:defRPr>
                <a:solidFill>
                  <a:srgbClr val="888888"/>
                </a:solidFill>
              </a:defRPr>
            </a:lvl8pPr>
            <a:lvl9pPr lvl="8" algn="ctr">
              <a:spcBef>
                <a:spcPts val="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0"/>
              </a:spcBef>
              <a:spcAft>
                <a:spcPts val="0"/>
              </a:spcAft>
              <a:buClr>
                <a:schemeClr val="dk1"/>
              </a:buClr>
              <a:buSzPts val="1800"/>
              <a:buChar char="•"/>
              <a:defRPr/>
            </a:lvl1pPr>
            <a:lvl2pPr indent="-342900" lvl="1" marL="914400" algn="l">
              <a:spcBef>
                <a:spcPts val="0"/>
              </a:spcBef>
              <a:spcAft>
                <a:spcPts val="0"/>
              </a:spcAft>
              <a:buClr>
                <a:schemeClr val="dk1"/>
              </a:buClr>
              <a:buSzPts val="1800"/>
              <a:buChar char="–"/>
              <a:defRPr/>
            </a:lvl2pPr>
            <a:lvl3pPr indent="-342900" lvl="2" marL="1371600" algn="l">
              <a:spcBef>
                <a:spcPts val="0"/>
              </a:spcBef>
              <a:spcAft>
                <a:spcPts val="0"/>
              </a:spcAft>
              <a:buClr>
                <a:schemeClr val="dk1"/>
              </a:buClr>
              <a:buSzPts val="1800"/>
              <a:buChar char="•"/>
              <a:defRPr/>
            </a:lvl3pPr>
            <a:lvl4pPr indent="-342900" lvl="3" marL="1828800" algn="l">
              <a:spcBef>
                <a:spcPts val="0"/>
              </a:spcBef>
              <a:spcAft>
                <a:spcPts val="0"/>
              </a:spcAft>
              <a:buClr>
                <a:schemeClr val="dk1"/>
              </a:buClr>
              <a:buSzPts val="1800"/>
              <a:buChar char="–"/>
              <a:defRPr/>
            </a:lvl4pPr>
            <a:lvl5pPr indent="-342900" lvl="4" marL="2286000" algn="l">
              <a:spcBef>
                <a:spcPts val="0"/>
              </a:spcBef>
              <a:spcAft>
                <a:spcPts val="0"/>
              </a:spcAft>
              <a:buClr>
                <a:schemeClr val="dk1"/>
              </a:buClr>
              <a:buSzPts val="1800"/>
              <a:buChar char="»"/>
              <a:defRPr/>
            </a:lvl5pPr>
            <a:lvl6pPr indent="-342900" lvl="5" marL="2743200" algn="l">
              <a:spcBef>
                <a:spcPts val="0"/>
              </a:spcBef>
              <a:spcAft>
                <a:spcPts val="0"/>
              </a:spcAft>
              <a:buClr>
                <a:schemeClr val="dk1"/>
              </a:buClr>
              <a:buSzPts val="1800"/>
              <a:buChar char="•"/>
              <a:defRPr/>
            </a:lvl6pPr>
            <a:lvl7pPr indent="-342900" lvl="6" marL="3200400" algn="l">
              <a:spcBef>
                <a:spcPts val="0"/>
              </a:spcBef>
              <a:spcAft>
                <a:spcPts val="0"/>
              </a:spcAft>
              <a:buClr>
                <a:schemeClr val="dk1"/>
              </a:buClr>
              <a:buSzPts val="1800"/>
              <a:buChar char="•"/>
              <a:defRPr/>
            </a:lvl7pPr>
            <a:lvl8pPr indent="-342900" lvl="7" marL="3657600" algn="l">
              <a:spcBef>
                <a:spcPts val="0"/>
              </a:spcBef>
              <a:spcAft>
                <a:spcPts val="0"/>
              </a:spcAft>
              <a:buClr>
                <a:schemeClr val="dk1"/>
              </a:buClr>
              <a:buSzPts val="1800"/>
              <a:buChar char="•"/>
              <a:defRPr/>
            </a:lvl8pPr>
            <a:lvl9pPr indent="-342900" lvl="8" marL="4114800" algn="l">
              <a:spcBef>
                <a:spcPts val="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Clr>
                <a:srgbClr val="888888"/>
              </a:buClr>
              <a:buSzPts val="2000"/>
              <a:buNone/>
              <a:defRPr sz="2000">
                <a:solidFill>
                  <a:srgbClr val="888888"/>
                </a:solidFill>
              </a:defRPr>
            </a:lvl1pPr>
            <a:lvl2pPr indent="-228600" lvl="1" marL="914400" algn="l">
              <a:spcBef>
                <a:spcPts val="0"/>
              </a:spcBef>
              <a:spcAft>
                <a:spcPts val="0"/>
              </a:spcAft>
              <a:buClr>
                <a:srgbClr val="888888"/>
              </a:buClr>
              <a:buSzPts val="1800"/>
              <a:buNone/>
              <a:defRPr sz="1800">
                <a:solidFill>
                  <a:srgbClr val="888888"/>
                </a:solidFill>
              </a:defRPr>
            </a:lvl2pPr>
            <a:lvl3pPr indent="-228600" lvl="2" marL="1371600" algn="l">
              <a:spcBef>
                <a:spcPts val="0"/>
              </a:spcBef>
              <a:spcAft>
                <a:spcPts val="0"/>
              </a:spcAft>
              <a:buClr>
                <a:srgbClr val="888888"/>
              </a:buClr>
              <a:buSzPts val="1600"/>
              <a:buNone/>
              <a:defRPr sz="1600">
                <a:solidFill>
                  <a:srgbClr val="888888"/>
                </a:solidFill>
              </a:defRPr>
            </a:lvl3pPr>
            <a:lvl4pPr indent="-228600" lvl="3" marL="1828800" algn="l">
              <a:spcBef>
                <a:spcPts val="0"/>
              </a:spcBef>
              <a:spcAft>
                <a:spcPts val="0"/>
              </a:spcAft>
              <a:buClr>
                <a:srgbClr val="888888"/>
              </a:buClr>
              <a:buSzPts val="1400"/>
              <a:buNone/>
              <a:defRPr sz="1400">
                <a:solidFill>
                  <a:srgbClr val="888888"/>
                </a:solidFill>
              </a:defRPr>
            </a:lvl4pPr>
            <a:lvl5pPr indent="-228600" lvl="4" marL="2286000" algn="l">
              <a:spcBef>
                <a:spcPts val="0"/>
              </a:spcBef>
              <a:spcAft>
                <a:spcPts val="0"/>
              </a:spcAft>
              <a:buClr>
                <a:srgbClr val="888888"/>
              </a:buClr>
              <a:buSzPts val="1400"/>
              <a:buNone/>
              <a:defRPr sz="1400">
                <a:solidFill>
                  <a:srgbClr val="888888"/>
                </a:solidFill>
              </a:defRPr>
            </a:lvl5pPr>
            <a:lvl6pPr indent="-228600" lvl="5" marL="2743200" algn="l">
              <a:spcBef>
                <a:spcPts val="0"/>
              </a:spcBef>
              <a:spcAft>
                <a:spcPts val="0"/>
              </a:spcAft>
              <a:buClr>
                <a:srgbClr val="888888"/>
              </a:buClr>
              <a:buSzPts val="1400"/>
              <a:buNone/>
              <a:defRPr sz="1400">
                <a:solidFill>
                  <a:srgbClr val="888888"/>
                </a:solidFill>
              </a:defRPr>
            </a:lvl6pPr>
            <a:lvl7pPr indent="-228600" lvl="6" marL="3200400" algn="l">
              <a:spcBef>
                <a:spcPts val="0"/>
              </a:spcBef>
              <a:spcAft>
                <a:spcPts val="0"/>
              </a:spcAft>
              <a:buClr>
                <a:srgbClr val="888888"/>
              </a:buClr>
              <a:buSzPts val="1400"/>
              <a:buNone/>
              <a:defRPr sz="1400">
                <a:solidFill>
                  <a:srgbClr val="888888"/>
                </a:solidFill>
              </a:defRPr>
            </a:lvl7pPr>
            <a:lvl8pPr indent="-228600" lvl="7" marL="3657600" algn="l">
              <a:spcBef>
                <a:spcPts val="0"/>
              </a:spcBef>
              <a:spcAft>
                <a:spcPts val="0"/>
              </a:spcAft>
              <a:buClr>
                <a:srgbClr val="888888"/>
              </a:buClr>
              <a:buSzPts val="1400"/>
              <a:buNone/>
              <a:defRPr sz="1400">
                <a:solidFill>
                  <a:srgbClr val="888888"/>
                </a:solidFill>
              </a:defRPr>
            </a:lvl8pPr>
            <a:lvl9pPr indent="-228600" lvl="8" marL="4114800" algn="l">
              <a:spcBef>
                <a:spcPts val="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0"/>
              </a:spcBef>
              <a:spcAft>
                <a:spcPts val="0"/>
              </a:spcAft>
              <a:buClr>
                <a:schemeClr val="dk1"/>
              </a:buClr>
              <a:buSzPts val="2800"/>
              <a:buChar char="•"/>
              <a:defRPr sz="2800"/>
            </a:lvl1pPr>
            <a:lvl2pPr indent="-381000" lvl="1" marL="914400" algn="l">
              <a:spcBef>
                <a:spcPts val="0"/>
              </a:spcBef>
              <a:spcAft>
                <a:spcPts val="0"/>
              </a:spcAft>
              <a:buClr>
                <a:schemeClr val="dk1"/>
              </a:buClr>
              <a:buSzPts val="2400"/>
              <a:buChar char="–"/>
              <a:defRPr sz="2400"/>
            </a:lvl2pPr>
            <a:lvl3pPr indent="-355600" lvl="2" marL="1371600" algn="l">
              <a:spcBef>
                <a:spcPts val="0"/>
              </a:spcBef>
              <a:spcAft>
                <a:spcPts val="0"/>
              </a:spcAft>
              <a:buClr>
                <a:schemeClr val="dk1"/>
              </a:buClr>
              <a:buSzPts val="2000"/>
              <a:buChar char="•"/>
              <a:defRPr sz="20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42900" lvl="5" marL="2743200" algn="l">
              <a:spcBef>
                <a:spcPts val="0"/>
              </a:spcBef>
              <a:spcAft>
                <a:spcPts val="0"/>
              </a:spcAft>
              <a:buClr>
                <a:schemeClr val="dk1"/>
              </a:buClr>
              <a:buSzPts val="1800"/>
              <a:buChar char="•"/>
              <a:defRPr sz="1800"/>
            </a:lvl6pPr>
            <a:lvl7pPr indent="-342900" lvl="6" marL="3200400" algn="l">
              <a:spcBef>
                <a:spcPts val="0"/>
              </a:spcBef>
              <a:spcAft>
                <a:spcPts val="0"/>
              </a:spcAft>
              <a:buClr>
                <a:schemeClr val="dk1"/>
              </a:buClr>
              <a:buSzPts val="1800"/>
              <a:buChar char="•"/>
              <a:defRPr sz="1800"/>
            </a:lvl7pPr>
            <a:lvl8pPr indent="-342900" lvl="7" marL="3657600" algn="l">
              <a:spcBef>
                <a:spcPts val="0"/>
              </a:spcBef>
              <a:spcAft>
                <a:spcPts val="0"/>
              </a:spcAft>
              <a:buClr>
                <a:schemeClr val="dk1"/>
              </a:buClr>
              <a:buSzPts val="1800"/>
              <a:buChar char="•"/>
              <a:defRPr sz="1800"/>
            </a:lvl8pPr>
            <a:lvl9pPr indent="-342900" lvl="8" marL="4114800" algn="l">
              <a:spcBef>
                <a:spcPts val="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0"/>
              </a:spcBef>
              <a:spcAft>
                <a:spcPts val="0"/>
              </a:spcAft>
              <a:buClr>
                <a:schemeClr val="dk1"/>
              </a:buClr>
              <a:buSzPts val="2800"/>
              <a:buChar char="•"/>
              <a:defRPr sz="2800"/>
            </a:lvl1pPr>
            <a:lvl2pPr indent="-381000" lvl="1" marL="914400" algn="l">
              <a:spcBef>
                <a:spcPts val="0"/>
              </a:spcBef>
              <a:spcAft>
                <a:spcPts val="0"/>
              </a:spcAft>
              <a:buClr>
                <a:schemeClr val="dk1"/>
              </a:buClr>
              <a:buSzPts val="2400"/>
              <a:buChar char="–"/>
              <a:defRPr sz="2400"/>
            </a:lvl2pPr>
            <a:lvl3pPr indent="-355600" lvl="2" marL="1371600" algn="l">
              <a:spcBef>
                <a:spcPts val="0"/>
              </a:spcBef>
              <a:spcAft>
                <a:spcPts val="0"/>
              </a:spcAft>
              <a:buClr>
                <a:schemeClr val="dk1"/>
              </a:buClr>
              <a:buSzPts val="2000"/>
              <a:buChar char="•"/>
              <a:defRPr sz="2000"/>
            </a:lvl3pPr>
            <a:lvl4pPr indent="-342900" lvl="3" marL="1828800" algn="l">
              <a:spcBef>
                <a:spcPts val="0"/>
              </a:spcBef>
              <a:spcAft>
                <a:spcPts val="0"/>
              </a:spcAft>
              <a:buClr>
                <a:schemeClr val="dk1"/>
              </a:buClr>
              <a:buSzPts val="1800"/>
              <a:buChar char="–"/>
              <a:defRPr sz="1800"/>
            </a:lvl4pPr>
            <a:lvl5pPr indent="-342900" lvl="4" marL="2286000" algn="l">
              <a:spcBef>
                <a:spcPts val="0"/>
              </a:spcBef>
              <a:spcAft>
                <a:spcPts val="0"/>
              </a:spcAft>
              <a:buClr>
                <a:schemeClr val="dk1"/>
              </a:buClr>
              <a:buSzPts val="1800"/>
              <a:buChar char="»"/>
              <a:defRPr sz="1800"/>
            </a:lvl5pPr>
            <a:lvl6pPr indent="-342900" lvl="5" marL="2743200" algn="l">
              <a:spcBef>
                <a:spcPts val="0"/>
              </a:spcBef>
              <a:spcAft>
                <a:spcPts val="0"/>
              </a:spcAft>
              <a:buClr>
                <a:schemeClr val="dk1"/>
              </a:buClr>
              <a:buSzPts val="1800"/>
              <a:buChar char="•"/>
              <a:defRPr sz="1800"/>
            </a:lvl6pPr>
            <a:lvl7pPr indent="-342900" lvl="6" marL="3200400" algn="l">
              <a:spcBef>
                <a:spcPts val="0"/>
              </a:spcBef>
              <a:spcAft>
                <a:spcPts val="0"/>
              </a:spcAft>
              <a:buClr>
                <a:schemeClr val="dk1"/>
              </a:buClr>
              <a:buSzPts val="1800"/>
              <a:buChar char="•"/>
              <a:defRPr sz="1800"/>
            </a:lvl7pPr>
            <a:lvl8pPr indent="-342900" lvl="7" marL="3657600" algn="l">
              <a:spcBef>
                <a:spcPts val="0"/>
              </a:spcBef>
              <a:spcAft>
                <a:spcPts val="0"/>
              </a:spcAft>
              <a:buClr>
                <a:schemeClr val="dk1"/>
              </a:buClr>
              <a:buSzPts val="1800"/>
              <a:buChar char="•"/>
              <a:defRPr sz="1800"/>
            </a:lvl8pPr>
            <a:lvl9pPr indent="-342900" lvl="8" marL="4114800" algn="l">
              <a:spcBef>
                <a:spcPts val="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Clr>
                <a:schemeClr val="dk1"/>
              </a:buClr>
              <a:buSzPts val="2400"/>
              <a:buNone/>
              <a:defRPr b="1" sz="2400"/>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0"/>
              </a:spcBef>
              <a:spcAft>
                <a:spcPts val="0"/>
              </a:spcAft>
              <a:buClr>
                <a:schemeClr val="dk1"/>
              </a:buClr>
              <a:buSzPts val="1600"/>
              <a:buNone/>
              <a:defRPr b="1" sz="1600"/>
            </a:lvl6pPr>
            <a:lvl7pPr indent="-228600" lvl="6" marL="3200400" algn="l">
              <a:spcBef>
                <a:spcPts val="0"/>
              </a:spcBef>
              <a:spcAft>
                <a:spcPts val="0"/>
              </a:spcAft>
              <a:buClr>
                <a:schemeClr val="dk1"/>
              </a:buClr>
              <a:buSzPts val="1600"/>
              <a:buNone/>
              <a:defRPr b="1" sz="1600"/>
            </a:lvl7pPr>
            <a:lvl8pPr indent="-228600" lvl="7" marL="3657600" algn="l">
              <a:spcBef>
                <a:spcPts val="0"/>
              </a:spcBef>
              <a:spcAft>
                <a:spcPts val="0"/>
              </a:spcAft>
              <a:buClr>
                <a:schemeClr val="dk1"/>
              </a:buClr>
              <a:buSzPts val="1600"/>
              <a:buNone/>
              <a:defRPr b="1" sz="1600"/>
            </a:lvl8pPr>
            <a:lvl9pPr indent="-228600" lvl="8" marL="4114800" algn="l">
              <a:spcBef>
                <a:spcPts val="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0"/>
              </a:spcBef>
              <a:spcAft>
                <a:spcPts val="0"/>
              </a:spcAft>
              <a:buClr>
                <a:schemeClr val="dk1"/>
              </a:buClr>
              <a:buSzPts val="2400"/>
              <a:buChar char="•"/>
              <a:defRPr sz="2400"/>
            </a:lvl1pPr>
            <a:lvl2pPr indent="-355600" lvl="1" marL="914400" algn="l">
              <a:spcBef>
                <a:spcPts val="0"/>
              </a:spcBef>
              <a:spcAft>
                <a:spcPts val="0"/>
              </a:spcAft>
              <a:buClr>
                <a:schemeClr val="dk1"/>
              </a:buClr>
              <a:buSzPts val="2000"/>
              <a:buChar char="–"/>
              <a:defRPr sz="2000"/>
            </a:lvl2pPr>
            <a:lvl3pPr indent="-342900" lvl="2" marL="1371600" algn="l">
              <a:spcBef>
                <a:spcPts val="0"/>
              </a:spcBef>
              <a:spcAft>
                <a:spcPts val="0"/>
              </a:spcAft>
              <a:buClr>
                <a:schemeClr val="dk1"/>
              </a:buClr>
              <a:buSzPts val="1800"/>
              <a:buChar char="•"/>
              <a:defRPr sz="1800"/>
            </a:lvl3pPr>
            <a:lvl4pPr indent="-330200" lvl="3" marL="1828800" algn="l">
              <a:spcBef>
                <a:spcPts val="0"/>
              </a:spcBef>
              <a:spcAft>
                <a:spcPts val="0"/>
              </a:spcAft>
              <a:buClr>
                <a:schemeClr val="dk1"/>
              </a:buClr>
              <a:buSzPts val="1600"/>
              <a:buChar char="–"/>
              <a:defRPr sz="1600"/>
            </a:lvl4pPr>
            <a:lvl5pPr indent="-330200" lvl="4" marL="2286000" algn="l">
              <a:spcBef>
                <a:spcPts val="0"/>
              </a:spcBef>
              <a:spcAft>
                <a:spcPts val="0"/>
              </a:spcAft>
              <a:buClr>
                <a:schemeClr val="dk1"/>
              </a:buClr>
              <a:buSzPts val="1600"/>
              <a:buChar char="»"/>
              <a:defRPr sz="1600"/>
            </a:lvl5pPr>
            <a:lvl6pPr indent="-330200" lvl="5" marL="2743200" algn="l">
              <a:spcBef>
                <a:spcPts val="0"/>
              </a:spcBef>
              <a:spcAft>
                <a:spcPts val="0"/>
              </a:spcAft>
              <a:buClr>
                <a:schemeClr val="dk1"/>
              </a:buClr>
              <a:buSzPts val="1600"/>
              <a:buChar char="•"/>
              <a:defRPr sz="1600"/>
            </a:lvl6pPr>
            <a:lvl7pPr indent="-330200" lvl="6" marL="3200400" algn="l">
              <a:spcBef>
                <a:spcPts val="0"/>
              </a:spcBef>
              <a:spcAft>
                <a:spcPts val="0"/>
              </a:spcAft>
              <a:buClr>
                <a:schemeClr val="dk1"/>
              </a:buClr>
              <a:buSzPts val="1600"/>
              <a:buChar char="•"/>
              <a:defRPr sz="1600"/>
            </a:lvl7pPr>
            <a:lvl8pPr indent="-330200" lvl="7" marL="3657600" algn="l">
              <a:spcBef>
                <a:spcPts val="0"/>
              </a:spcBef>
              <a:spcAft>
                <a:spcPts val="0"/>
              </a:spcAft>
              <a:buClr>
                <a:schemeClr val="dk1"/>
              </a:buClr>
              <a:buSzPts val="1600"/>
              <a:buChar char="•"/>
              <a:defRPr sz="1600"/>
            </a:lvl8pPr>
            <a:lvl9pPr indent="-330200" lvl="8" marL="4114800" algn="l">
              <a:spcBef>
                <a:spcPts val="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0"/>
              </a:spcBef>
              <a:spcAft>
                <a:spcPts val="0"/>
              </a:spcAft>
              <a:buClr>
                <a:schemeClr val="dk1"/>
              </a:buClr>
              <a:buSzPts val="2400"/>
              <a:buNone/>
              <a:defRPr b="1" sz="2400"/>
            </a:lvl1pPr>
            <a:lvl2pPr indent="-228600" lvl="1" marL="914400" algn="l">
              <a:spcBef>
                <a:spcPts val="0"/>
              </a:spcBef>
              <a:spcAft>
                <a:spcPts val="0"/>
              </a:spcAft>
              <a:buClr>
                <a:schemeClr val="dk1"/>
              </a:buClr>
              <a:buSzPts val="2000"/>
              <a:buNone/>
              <a:defRPr b="1" sz="2000"/>
            </a:lvl2pPr>
            <a:lvl3pPr indent="-228600" lvl="2" marL="1371600" algn="l">
              <a:spcBef>
                <a:spcPts val="0"/>
              </a:spcBef>
              <a:spcAft>
                <a:spcPts val="0"/>
              </a:spcAft>
              <a:buClr>
                <a:schemeClr val="dk1"/>
              </a:buClr>
              <a:buSzPts val="1800"/>
              <a:buNone/>
              <a:defRPr b="1" sz="1800"/>
            </a:lvl3pPr>
            <a:lvl4pPr indent="-228600" lvl="3" marL="1828800" algn="l">
              <a:spcBef>
                <a:spcPts val="0"/>
              </a:spcBef>
              <a:spcAft>
                <a:spcPts val="0"/>
              </a:spcAft>
              <a:buClr>
                <a:schemeClr val="dk1"/>
              </a:buClr>
              <a:buSzPts val="1600"/>
              <a:buNone/>
              <a:defRPr b="1" sz="1600"/>
            </a:lvl4pPr>
            <a:lvl5pPr indent="-228600" lvl="4" marL="2286000" algn="l">
              <a:spcBef>
                <a:spcPts val="0"/>
              </a:spcBef>
              <a:spcAft>
                <a:spcPts val="0"/>
              </a:spcAft>
              <a:buClr>
                <a:schemeClr val="dk1"/>
              </a:buClr>
              <a:buSzPts val="1600"/>
              <a:buNone/>
              <a:defRPr b="1" sz="1600"/>
            </a:lvl5pPr>
            <a:lvl6pPr indent="-228600" lvl="5" marL="2743200" algn="l">
              <a:spcBef>
                <a:spcPts val="0"/>
              </a:spcBef>
              <a:spcAft>
                <a:spcPts val="0"/>
              </a:spcAft>
              <a:buClr>
                <a:schemeClr val="dk1"/>
              </a:buClr>
              <a:buSzPts val="1600"/>
              <a:buNone/>
              <a:defRPr b="1" sz="1600"/>
            </a:lvl6pPr>
            <a:lvl7pPr indent="-228600" lvl="6" marL="3200400" algn="l">
              <a:spcBef>
                <a:spcPts val="0"/>
              </a:spcBef>
              <a:spcAft>
                <a:spcPts val="0"/>
              </a:spcAft>
              <a:buClr>
                <a:schemeClr val="dk1"/>
              </a:buClr>
              <a:buSzPts val="1600"/>
              <a:buNone/>
              <a:defRPr b="1" sz="1600"/>
            </a:lvl7pPr>
            <a:lvl8pPr indent="-228600" lvl="7" marL="3657600" algn="l">
              <a:spcBef>
                <a:spcPts val="0"/>
              </a:spcBef>
              <a:spcAft>
                <a:spcPts val="0"/>
              </a:spcAft>
              <a:buClr>
                <a:schemeClr val="dk1"/>
              </a:buClr>
              <a:buSzPts val="1600"/>
              <a:buNone/>
              <a:defRPr b="1" sz="1600"/>
            </a:lvl8pPr>
            <a:lvl9pPr indent="-228600" lvl="8" marL="4114800" algn="l">
              <a:spcBef>
                <a:spcPts val="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0"/>
              </a:spcBef>
              <a:spcAft>
                <a:spcPts val="0"/>
              </a:spcAft>
              <a:buClr>
                <a:schemeClr val="dk1"/>
              </a:buClr>
              <a:buSzPts val="2400"/>
              <a:buChar char="•"/>
              <a:defRPr sz="2400"/>
            </a:lvl1pPr>
            <a:lvl2pPr indent="-355600" lvl="1" marL="914400" algn="l">
              <a:spcBef>
                <a:spcPts val="0"/>
              </a:spcBef>
              <a:spcAft>
                <a:spcPts val="0"/>
              </a:spcAft>
              <a:buClr>
                <a:schemeClr val="dk1"/>
              </a:buClr>
              <a:buSzPts val="2000"/>
              <a:buChar char="–"/>
              <a:defRPr sz="2000"/>
            </a:lvl2pPr>
            <a:lvl3pPr indent="-342900" lvl="2" marL="1371600" algn="l">
              <a:spcBef>
                <a:spcPts val="0"/>
              </a:spcBef>
              <a:spcAft>
                <a:spcPts val="0"/>
              </a:spcAft>
              <a:buClr>
                <a:schemeClr val="dk1"/>
              </a:buClr>
              <a:buSzPts val="1800"/>
              <a:buChar char="•"/>
              <a:defRPr sz="1800"/>
            </a:lvl3pPr>
            <a:lvl4pPr indent="-330200" lvl="3" marL="1828800" algn="l">
              <a:spcBef>
                <a:spcPts val="0"/>
              </a:spcBef>
              <a:spcAft>
                <a:spcPts val="0"/>
              </a:spcAft>
              <a:buClr>
                <a:schemeClr val="dk1"/>
              </a:buClr>
              <a:buSzPts val="1600"/>
              <a:buChar char="–"/>
              <a:defRPr sz="1600"/>
            </a:lvl4pPr>
            <a:lvl5pPr indent="-330200" lvl="4" marL="2286000" algn="l">
              <a:spcBef>
                <a:spcPts val="0"/>
              </a:spcBef>
              <a:spcAft>
                <a:spcPts val="0"/>
              </a:spcAft>
              <a:buClr>
                <a:schemeClr val="dk1"/>
              </a:buClr>
              <a:buSzPts val="1600"/>
              <a:buChar char="»"/>
              <a:defRPr sz="1600"/>
            </a:lvl5pPr>
            <a:lvl6pPr indent="-330200" lvl="5" marL="2743200" algn="l">
              <a:spcBef>
                <a:spcPts val="0"/>
              </a:spcBef>
              <a:spcAft>
                <a:spcPts val="0"/>
              </a:spcAft>
              <a:buClr>
                <a:schemeClr val="dk1"/>
              </a:buClr>
              <a:buSzPts val="1600"/>
              <a:buChar char="•"/>
              <a:defRPr sz="1600"/>
            </a:lvl6pPr>
            <a:lvl7pPr indent="-330200" lvl="6" marL="3200400" algn="l">
              <a:spcBef>
                <a:spcPts val="0"/>
              </a:spcBef>
              <a:spcAft>
                <a:spcPts val="0"/>
              </a:spcAft>
              <a:buClr>
                <a:schemeClr val="dk1"/>
              </a:buClr>
              <a:buSzPts val="1600"/>
              <a:buChar char="•"/>
              <a:defRPr sz="1600"/>
            </a:lvl7pPr>
            <a:lvl8pPr indent="-330200" lvl="7" marL="3657600" algn="l">
              <a:spcBef>
                <a:spcPts val="0"/>
              </a:spcBef>
              <a:spcAft>
                <a:spcPts val="0"/>
              </a:spcAft>
              <a:buClr>
                <a:schemeClr val="dk1"/>
              </a:buClr>
              <a:buSzPts val="1600"/>
              <a:buChar char="•"/>
              <a:defRPr sz="1600"/>
            </a:lvl8pPr>
            <a:lvl9pPr indent="-330200" lvl="8" marL="4114800" algn="l">
              <a:spcBef>
                <a:spcPts val="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0"/>
              </a:spcBef>
              <a:spcAft>
                <a:spcPts val="0"/>
              </a:spcAft>
              <a:buClr>
                <a:schemeClr val="dk1"/>
              </a:buClr>
              <a:buSzPts val="3200"/>
              <a:buChar char="•"/>
              <a:defRPr sz="3200"/>
            </a:lvl1pPr>
            <a:lvl2pPr indent="-406400" lvl="1" marL="914400" algn="l">
              <a:spcBef>
                <a:spcPts val="0"/>
              </a:spcBef>
              <a:spcAft>
                <a:spcPts val="0"/>
              </a:spcAft>
              <a:buClr>
                <a:schemeClr val="dk1"/>
              </a:buClr>
              <a:buSzPts val="2800"/>
              <a:buChar char="–"/>
              <a:defRPr sz="2800"/>
            </a:lvl2pPr>
            <a:lvl3pPr indent="-381000" lvl="2" marL="1371600" algn="l">
              <a:spcBef>
                <a:spcPts val="0"/>
              </a:spcBef>
              <a:spcAft>
                <a:spcPts val="0"/>
              </a:spcAft>
              <a:buClr>
                <a:schemeClr val="dk1"/>
              </a:buClr>
              <a:buSzPts val="2400"/>
              <a:buChar char="•"/>
              <a:defRPr sz="2400"/>
            </a:lvl3pPr>
            <a:lvl4pPr indent="-355600" lvl="3" marL="1828800" algn="l">
              <a:spcBef>
                <a:spcPts val="0"/>
              </a:spcBef>
              <a:spcAft>
                <a:spcPts val="0"/>
              </a:spcAft>
              <a:buClr>
                <a:schemeClr val="dk1"/>
              </a:buClr>
              <a:buSzPts val="2000"/>
              <a:buChar char="–"/>
              <a:defRPr sz="2000"/>
            </a:lvl4pPr>
            <a:lvl5pPr indent="-355600" lvl="4" marL="2286000" algn="l">
              <a:spcBef>
                <a:spcPts val="0"/>
              </a:spcBef>
              <a:spcAft>
                <a:spcPts val="0"/>
              </a:spcAft>
              <a:buClr>
                <a:schemeClr val="dk1"/>
              </a:buClr>
              <a:buSzPts val="2000"/>
              <a:buChar char="»"/>
              <a:defRPr sz="2000"/>
            </a:lvl5pPr>
            <a:lvl6pPr indent="-355600" lvl="5" marL="2743200" algn="l">
              <a:spcBef>
                <a:spcPts val="0"/>
              </a:spcBef>
              <a:spcAft>
                <a:spcPts val="0"/>
              </a:spcAft>
              <a:buClr>
                <a:schemeClr val="dk1"/>
              </a:buClr>
              <a:buSzPts val="2000"/>
              <a:buChar char="•"/>
              <a:defRPr sz="2000"/>
            </a:lvl6pPr>
            <a:lvl7pPr indent="-355600" lvl="6" marL="3200400" algn="l">
              <a:spcBef>
                <a:spcPts val="0"/>
              </a:spcBef>
              <a:spcAft>
                <a:spcPts val="0"/>
              </a:spcAft>
              <a:buClr>
                <a:schemeClr val="dk1"/>
              </a:buClr>
              <a:buSzPts val="2000"/>
              <a:buChar char="•"/>
              <a:defRPr sz="2000"/>
            </a:lvl7pPr>
            <a:lvl8pPr indent="-355600" lvl="7" marL="3657600" algn="l">
              <a:spcBef>
                <a:spcPts val="0"/>
              </a:spcBef>
              <a:spcAft>
                <a:spcPts val="0"/>
              </a:spcAft>
              <a:buClr>
                <a:schemeClr val="dk1"/>
              </a:buClr>
              <a:buSzPts val="2000"/>
              <a:buChar char="•"/>
              <a:defRPr sz="2000"/>
            </a:lvl8pPr>
            <a:lvl9pPr indent="-355600" lvl="8" marL="4114800" algn="l">
              <a:spcBef>
                <a:spcPts val="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Clr>
                <a:schemeClr val="dk1"/>
              </a:buClr>
              <a:buSzPts val="1400"/>
              <a:buNone/>
              <a:defRPr sz="1400"/>
            </a:lvl1pPr>
            <a:lvl2pPr indent="-228600" lvl="1" marL="914400" algn="l">
              <a:spcBef>
                <a:spcPts val="0"/>
              </a:spcBef>
              <a:spcAft>
                <a:spcPts val="0"/>
              </a:spcAft>
              <a:buClr>
                <a:schemeClr val="dk1"/>
              </a:buClr>
              <a:buSzPts val="1200"/>
              <a:buNone/>
              <a:defRPr sz="1200"/>
            </a:lvl2pPr>
            <a:lvl3pPr indent="-228600" lvl="2" marL="1371600" algn="l">
              <a:spcBef>
                <a:spcPts val="0"/>
              </a:spcBef>
              <a:spcAft>
                <a:spcPts val="0"/>
              </a:spcAft>
              <a:buClr>
                <a:schemeClr val="dk1"/>
              </a:buClr>
              <a:buSzPts val="1000"/>
              <a:buNone/>
              <a:defRPr sz="1000"/>
            </a:lvl3pPr>
            <a:lvl4pPr indent="-228600" lvl="3" marL="1828800" algn="l">
              <a:spcBef>
                <a:spcPts val="0"/>
              </a:spcBef>
              <a:spcAft>
                <a:spcPts val="0"/>
              </a:spcAft>
              <a:buClr>
                <a:schemeClr val="dk1"/>
              </a:buClr>
              <a:buSzPts val="900"/>
              <a:buNone/>
              <a:defRPr sz="900"/>
            </a:lvl4pPr>
            <a:lvl5pPr indent="-228600" lvl="4" marL="2286000" algn="l">
              <a:spcBef>
                <a:spcPts val="0"/>
              </a:spcBef>
              <a:spcAft>
                <a:spcPts val="0"/>
              </a:spcAft>
              <a:buClr>
                <a:schemeClr val="dk1"/>
              </a:buClr>
              <a:buSzPts val="900"/>
              <a:buNone/>
              <a:defRPr sz="900"/>
            </a:lvl5pPr>
            <a:lvl6pPr indent="-228600" lvl="5" marL="2743200" algn="l">
              <a:spcBef>
                <a:spcPts val="0"/>
              </a:spcBef>
              <a:spcAft>
                <a:spcPts val="0"/>
              </a:spcAft>
              <a:buClr>
                <a:schemeClr val="dk1"/>
              </a:buClr>
              <a:buSzPts val="900"/>
              <a:buNone/>
              <a:defRPr sz="900"/>
            </a:lvl6pPr>
            <a:lvl7pPr indent="-228600" lvl="6" marL="3200400" algn="l">
              <a:spcBef>
                <a:spcPts val="0"/>
              </a:spcBef>
              <a:spcAft>
                <a:spcPts val="0"/>
              </a:spcAft>
              <a:buClr>
                <a:schemeClr val="dk1"/>
              </a:buClr>
              <a:buSzPts val="900"/>
              <a:buNone/>
              <a:defRPr sz="900"/>
            </a:lvl7pPr>
            <a:lvl8pPr indent="-228600" lvl="7" marL="3657600" algn="l">
              <a:spcBef>
                <a:spcPts val="0"/>
              </a:spcBef>
              <a:spcAft>
                <a:spcPts val="0"/>
              </a:spcAft>
              <a:buClr>
                <a:schemeClr val="dk1"/>
              </a:buClr>
              <a:buSzPts val="900"/>
              <a:buNone/>
              <a:defRPr sz="900"/>
            </a:lvl8pPr>
            <a:lvl9pPr indent="-228600" lvl="8" marL="4114800" algn="l">
              <a:spcBef>
                <a:spcPts val="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0"/>
              </a:spcBef>
              <a:spcAft>
                <a:spcPts val="0"/>
              </a:spcAft>
              <a:buClr>
                <a:schemeClr val="dk1"/>
              </a:buClr>
              <a:buSzPts val="1400"/>
              <a:buNone/>
              <a:defRPr sz="1400"/>
            </a:lvl1pPr>
            <a:lvl2pPr indent="-228600" lvl="1" marL="914400" algn="l">
              <a:spcBef>
                <a:spcPts val="0"/>
              </a:spcBef>
              <a:spcAft>
                <a:spcPts val="0"/>
              </a:spcAft>
              <a:buClr>
                <a:schemeClr val="dk1"/>
              </a:buClr>
              <a:buSzPts val="1200"/>
              <a:buNone/>
              <a:defRPr sz="1200"/>
            </a:lvl2pPr>
            <a:lvl3pPr indent="-228600" lvl="2" marL="1371600" algn="l">
              <a:spcBef>
                <a:spcPts val="0"/>
              </a:spcBef>
              <a:spcAft>
                <a:spcPts val="0"/>
              </a:spcAft>
              <a:buClr>
                <a:schemeClr val="dk1"/>
              </a:buClr>
              <a:buSzPts val="1000"/>
              <a:buNone/>
              <a:defRPr sz="1000"/>
            </a:lvl3pPr>
            <a:lvl4pPr indent="-228600" lvl="3" marL="1828800" algn="l">
              <a:spcBef>
                <a:spcPts val="0"/>
              </a:spcBef>
              <a:spcAft>
                <a:spcPts val="0"/>
              </a:spcAft>
              <a:buClr>
                <a:schemeClr val="dk1"/>
              </a:buClr>
              <a:buSzPts val="900"/>
              <a:buNone/>
              <a:defRPr sz="900"/>
            </a:lvl4pPr>
            <a:lvl5pPr indent="-228600" lvl="4" marL="2286000" algn="l">
              <a:spcBef>
                <a:spcPts val="0"/>
              </a:spcBef>
              <a:spcAft>
                <a:spcPts val="0"/>
              </a:spcAft>
              <a:buClr>
                <a:schemeClr val="dk1"/>
              </a:buClr>
              <a:buSzPts val="900"/>
              <a:buNone/>
              <a:defRPr sz="900"/>
            </a:lvl5pPr>
            <a:lvl6pPr indent="-228600" lvl="5" marL="2743200" algn="l">
              <a:spcBef>
                <a:spcPts val="0"/>
              </a:spcBef>
              <a:spcAft>
                <a:spcPts val="0"/>
              </a:spcAft>
              <a:buClr>
                <a:schemeClr val="dk1"/>
              </a:buClr>
              <a:buSzPts val="900"/>
              <a:buNone/>
              <a:defRPr sz="900"/>
            </a:lvl6pPr>
            <a:lvl7pPr indent="-228600" lvl="6" marL="3200400" algn="l">
              <a:spcBef>
                <a:spcPts val="0"/>
              </a:spcBef>
              <a:spcAft>
                <a:spcPts val="0"/>
              </a:spcAft>
              <a:buClr>
                <a:schemeClr val="dk1"/>
              </a:buClr>
              <a:buSzPts val="900"/>
              <a:buNone/>
              <a:defRPr sz="900"/>
            </a:lvl7pPr>
            <a:lvl8pPr indent="-228600" lvl="7" marL="3657600" algn="l">
              <a:spcBef>
                <a:spcPts val="0"/>
              </a:spcBef>
              <a:spcAft>
                <a:spcPts val="0"/>
              </a:spcAft>
              <a:buClr>
                <a:schemeClr val="dk1"/>
              </a:buClr>
              <a:buSzPts val="900"/>
              <a:buNone/>
              <a:defRPr sz="900"/>
            </a:lvl8pPr>
            <a:lvl9pPr indent="-228600" lvl="8" marL="4114800" algn="l">
              <a:spcBef>
                <a:spcPts val="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0"/>
              </a:spcBef>
              <a:spcAft>
                <a:spcPts val="0"/>
              </a:spcAft>
              <a:buClr>
                <a:schemeClr val="dk1"/>
              </a:buClr>
              <a:buSzPts val="1800"/>
              <a:buChar char="•"/>
              <a:defRPr/>
            </a:lvl1pPr>
            <a:lvl2pPr indent="-342900" lvl="1" marL="914400" algn="l">
              <a:spcBef>
                <a:spcPts val="0"/>
              </a:spcBef>
              <a:spcAft>
                <a:spcPts val="0"/>
              </a:spcAft>
              <a:buClr>
                <a:schemeClr val="dk1"/>
              </a:buClr>
              <a:buSzPts val="1800"/>
              <a:buChar char="–"/>
              <a:defRPr/>
            </a:lvl2pPr>
            <a:lvl3pPr indent="-342900" lvl="2" marL="1371600" algn="l">
              <a:spcBef>
                <a:spcPts val="0"/>
              </a:spcBef>
              <a:spcAft>
                <a:spcPts val="0"/>
              </a:spcAft>
              <a:buClr>
                <a:schemeClr val="dk1"/>
              </a:buClr>
              <a:buSzPts val="1800"/>
              <a:buChar char="•"/>
              <a:defRPr/>
            </a:lvl3pPr>
            <a:lvl4pPr indent="-342900" lvl="3" marL="1828800" algn="l">
              <a:spcBef>
                <a:spcPts val="0"/>
              </a:spcBef>
              <a:spcAft>
                <a:spcPts val="0"/>
              </a:spcAft>
              <a:buClr>
                <a:schemeClr val="dk1"/>
              </a:buClr>
              <a:buSzPts val="1800"/>
              <a:buChar char="–"/>
              <a:defRPr/>
            </a:lvl4pPr>
            <a:lvl5pPr indent="-342900" lvl="4" marL="2286000" algn="l">
              <a:spcBef>
                <a:spcPts val="0"/>
              </a:spcBef>
              <a:spcAft>
                <a:spcPts val="0"/>
              </a:spcAft>
              <a:buClr>
                <a:schemeClr val="dk1"/>
              </a:buClr>
              <a:buSzPts val="1800"/>
              <a:buChar char="»"/>
              <a:defRPr/>
            </a:lvl5pPr>
            <a:lvl6pPr indent="-342900" lvl="5" marL="2743200" algn="l">
              <a:spcBef>
                <a:spcPts val="0"/>
              </a:spcBef>
              <a:spcAft>
                <a:spcPts val="0"/>
              </a:spcAft>
              <a:buClr>
                <a:schemeClr val="dk1"/>
              </a:buClr>
              <a:buSzPts val="1800"/>
              <a:buChar char="•"/>
              <a:defRPr/>
            </a:lvl6pPr>
            <a:lvl7pPr indent="-342900" lvl="6" marL="3200400" algn="l">
              <a:spcBef>
                <a:spcPts val="0"/>
              </a:spcBef>
              <a:spcAft>
                <a:spcPts val="0"/>
              </a:spcAft>
              <a:buClr>
                <a:schemeClr val="dk1"/>
              </a:buClr>
              <a:buSzPts val="1800"/>
              <a:buChar char="•"/>
              <a:defRPr/>
            </a:lvl7pPr>
            <a:lvl8pPr indent="-342900" lvl="7" marL="3657600" algn="l">
              <a:spcBef>
                <a:spcPts val="0"/>
              </a:spcBef>
              <a:spcAft>
                <a:spcPts val="0"/>
              </a:spcAft>
              <a:buClr>
                <a:schemeClr val="dk1"/>
              </a:buClr>
              <a:buSzPts val="1800"/>
              <a:buChar char="•"/>
              <a:defRPr/>
            </a:lvl8pPr>
            <a:lvl9pPr indent="-342900" lvl="8" marL="4114800" algn="l">
              <a:spcBef>
                <a:spcPts val="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0"/>
              </a:spcBef>
              <a:spcAft>
                <a:spcPts val="0"/>
              </a:spcAft>
              <a:buClr>
                <a:schemeClr val="dk1"/>
              </a:buClr>
              <a:buSzPts val="1800"/>
              <a:buChar char="•"/>
              <a:defRPr/>
            </a:lvl1pPr>
            <a:lvl2pPr indent="-342900" lvl="1" marL="914400" algn="l">
              <a:spcBef>
                <a:spcPts val="0"/>
              </a:spcBef>
              <a:spcAft>
                <a:spcPts val="0"/>
              </a:spcAft>
              <a:buClr>
                <a:schemeClr val="dk1"/>
              </a:buClr>
              <a:buSzPts val="1800"/>
              <a:buChar char="–"/>
              <a:defRPr/>
            </a:lvl2pPr>
            <a:lvl3pPr indent="-342900" lvl="2" marL="1371600" algn="l">
              <a:spcBef>
                <a:spcPts val="0"/>
              </a:spcBef>
              <a:spcAft>
                <a:spcPts val="0"/>
              </a:spcAft>
              <a:buClr>
                <a:schemeClr val="dk1"/>
              </a:buClr>
              <a:buSzPts val="1800"/>
              <a:buChar char="•"/>
              <a:defRPr/>
            </a:lvl3pPr>
            <a:lvl4pPr indent="-342900" lvl="3" marL="1828800" algn="l">
              <a:spcBef>
                <a:spcPts val="0"/>
              </a:spcBef>
              <a:spcAft>
                <a:spcPts val="0"/>
              </a:spcAft>
              <a:buClr>
                <a:schemeClr val="dk1"/>
              </a:buClr>
              <a:buSzPts val="1800"/>
              <a:buChar char="–"/>
              <a:defRPr/>
            </a:lvl4pPr>
            <a:lvl5pPr indent="-342900" lvl="4" marL="2286000" algn="l">
              <a:spcBef>
                <a:spcPts val="0"/>
              </a:spcBef>
              <a:spcAft>
                <a:spcPts val="0"/>
              </a:spcAft>
              <a:buClr>
                <a:schemeClr val="dk1"/>
              </a:buClr>
              <a:buSzPts val="1800"/>
              <a:buChar char="»"/>
              <a:defRPr/>
            </a:lvl5pPr>
            <a:lvl6pPr indent="-342900" lvl="5" marL="2743200" algn="l">
              <a:spcBef>
                <a:spcPts val="0"/>
              </a:spcBef>
              <a:spcAft>
                <a:spcPts val="0"/>
              </a:spcAft>
              <a:buClr>
                <a:schemeClr val="dk1"/>
              </a:buClr>
              <a:buSzPts val="1800"/>
              <a:buChar char="•"/>
              <a:defRPr/>
            </a:lvl6pPr>
            <a:lvl7pPr indent="-342900" lvl="6" marL="3200400" algn="l">
              <a:spcBef>
                <a:spcPts val="0"/>
              </a:spcBef>
              <a:spcAft>
                <a:spcPts val="0"/>
              </a:spcAft>
              <a:buClr>
                <a:schemeClr val="dk1"/>
              </a:buClr>
              <a:buSzPts val="1800"/>
              <a:buChar char="•"/>
              <a:defRPr/>
            </a:lvl7pPr>
            <a:lvl8pPr indent="-342900" lvl="7" marL="3657600" algn="l">
              <a:spcBef>
                <a:spcPts val="0"/>
              </a:spcBef>
              <a:spcAft>
                <a:spcPts val="0"/>
              </a:spcAft>
              <a:buClr>
                <a:schemeClr val="dk1"/>
              </a:buClr>
              <a:buSzPts val="1800"/>
              <a:buChar char="•"/>
              <a:defRPr/>
            </a:lvl8pPr>
            <a:lvl9pPr indent="-342900" lvl="8" marL="4114800" algn="l">
              <a:spcBef>
                <a:spcPts val="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 name="Shape 84"/>
        <p:cNvGrpSpPr/>
        <p:nvPr/>
      </p:nvGrpSpPr>
      <p:grpSpPr>
        <a:xfrm>
          <a:off x="0" y="0"/>
          <a:ext cx="0" cy="0"/>
          <a:chOff x="0" y="0"/>
          <a:chExt cx="0" cy="0"/>
        </a:xfrm>
      </p:grpSpPr>
      <p:sp>
        <p:nvSpPr>
          <p:cNvPr id="85" name="Google Shape;85;p13"/>
          <p:cNvSpPr txBox="1"/>
          <p:nvPr/>
        </p:nvSpPr>
        <p:spPr>
          <a:xfrm>
            <a:off x="762000" y="1143000"/>
            <a:ext cx="5143500" cy="457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200">
                <a:solidFill>
                  <a:srgbClr val="64748B"/>
                </a:solidFill>
                <a:latin typeface="Arial"/>
                <a:ea typeface="Arial"/>
                <a:cs typeface="Arial"/>
                <a:sym typeface="Arial"/>
              </a:rPr>
              <a:t>INVESTIGATIVE DATA STORY</a:t>
            </a:r>
            <a:endParaRPr b="1" sz="1200">
              <a:solidFill>
                <a:srgbClr val="64748B"/>
              </a:solidFill>
              <a:latin typeface="Arial"/>
              <a:ea typeface="Arial"/>
              <a:cs typeface="Arial"/>
              <a:sym typeface="Arial"/>
            </a:endParaRPr>
          </a:p>
          <a:p>
            <a:pPr indent="0" lvl="0" marL="0" rtl="0" algn="l">
              <a:spcBef>
                <a:spcPts val="1500"/>
              </a:spcBef>
              <a:spcAft>
                <a:spcPts val="0"/>
              </a:spcAft>
              <a:buNone/>
            </a:pPr>
            <a:r>
              <a:rPr b="1" lang="en-US" sz="4200">
                <a:solidFill>
                  <a:srgbClr val="003366"/>
                </a:solidFill>
                <a:latin typeface="Arial"/>
                <a:ea typeface="Arial"/>
                <a:cs typeface="Arial"/>
                <a:sym typeface="Arial"/>
              </a:rPr>
              <a:t>The Illusion of Aid:</a:t>
            </a:r>
            <a:br>
              <a:rPr b="1" lang="en-US" sz="4200">
                <a:solidFill>
                  <a:srgbClr val="003366"/>
                </a:solidFill>
                <a:latin typeface="Arial"/>
                <a:ea typeface="Arial"/>
                <a:cs typeface="Arial"/>
                <a:sym typeface="Arial"/>
              </a:rPr>
            </a:br>
            <a:r>
              <a:rPr b="0" lang="en-US" sz="3200">
                <a:solidFill>
                  <a:srgbClr val="4F5E74"/>
                </a:solidFill>
                <a:latin typeface="Arial"/>
                <a:ea typeface="Arial"/>
                <a:cs typeface="Arial"/>
                <a:sym typeface="Arial"/>
              </a:rPr>
              <a:t>Tracking the Global Donation Deficit</a:t>
            </a:r>
            <a:endParaRPr b="1" sz="4200">
              <a:solidFill>
                <a:srgbClr val="003366"/>
              </a:solidFill>
              <a:latin typeface="Arial"/>
              <a:ea typeface="Arial"/>
              <a:cs typeface="Arial"/>
              <a:sym typeface="Arial"/>
            </a:endParaRPr>
          </a:p>
          <a:p>
            <a:pPr indent="0" lvl="0" marL="0" rtl="0" algn="l">
              <a:spcBef>
                <a:spcPts val="1800"/>
              </a:spcBef>
              <a:spcAft>
                <a:spcPts val="0"/>
              </a:spcAft>
              <a:buNone/>
            </a:pPr>
            <a:r>
              <a:rPr b="0" lang="en-US" sz="1600">
                <a:solidFill>
                  <a:srgbClr val="404040"/>
                </a:solidFill>
                <a:latin typeface="Arial"/>
                <a:ea typeface="Arial"/>
                <a:cs typeface="Arial"/>
                <a:sym typeface="Arial"/>
              </a:rPr>
              <a:t>An in-depth analysis answering the critical question: Are global funds actually reaching their intended destinations?</a:t>
            </a:r>
            <a:endParaRPr b="0" sz="1600">
              <a:solidFill>
                <a:srgbClr val="404040"/>
              </a:solidFill>
              <a:latin typeface="Arial"/>
              <a:ea typeface="Arial"/>
              <a:cs typeface="Arial"/>
              <a:sym typeface="Arial"/>
            </a:endParaRPr>
          </a:p>
          <a:p>
            <a:pPr indent="0" lvl="0" marL="0" rtl="0" algn="l">
              <a:spcBef>
                <a:spcPts val="3000"/>
              </a:spcBef>
              <a:spcAft>
                <a:spcPts val="0"/>
              </a:spcAft>
              <a:buNone/>
            </a:pPr>
            <a:r>
              <a:rPr b="1" lang="en-US" sz="1400">
                <a:solidFill>
                  <a:srgbClr val="003366"/>
                </a:solidFill>
                <a:latin typeface="Arial"/>
                <a:ea typeface="Arial"/>
                <a:cs typeface="Arial"/>
                <a:sym typeface="Arial"/>
              </a:rPr>
              <a:t>Tariq Zeyad Jawad (Vili)</a:t>
            </a:r>
            <a:endParaRPr b="1" sz="1400">
              <a:solidFill>
                <a:srgbClr val="003366"/>
              </a:solidFill>
              <a:latin typeface="Arial"/>
              <a:ea typeface="Arial"/>
              <a:cs typeface="Arial"/>
              <a:sym typeface="Arial"/>
            </a:endParaRPr>
          </a:p>
          <a:p>
            <a:pPr indent="0" lvl="0" marL="0" rtl="0" algn="l">
              <a:spcBef>
                <a:spcPts val="300"/>
              </a:spcBef>
              <a:spcAft>
                <a:spcPts val="0"/>
              </a:spcAft>
              <a:buNone/>
            </a:pPr>
            <a:r>
              <a:rPr b="0" lang="en-US" sz="1200">
                <a:solidFill>
                  <a:srgbClr val="64748B"/>
                </a:solidFill>
                <a:latin typeface="Arial"/>
                <a:ea typeface="Arial"/>
                <a:cs typeface="Arial"/>
                <a:sym typeface="Arial"/>
              </a:rPr>
              <a:t>Data Engineer &amp; Analyst</a:t>
            </a:r>
            <a:endParaRPr b="0" sz="1200">
              <a:solidFill>
                <a:srgbClr val="64748B"/>
              </a:solidFill>
              <a:latin typeface="Arial"/>
              <a:ea typeface="Arial"/>
              <a:cs typeface="Arial"/>
              <a:sym typeface="Arial"/>
            </a:endParaRPr>
          </a:p>
        </p:txBody>
      </p:sp>
      <p:pic>
        <p:nvPicPr>
          <p:cNvPr id="86" name="Google Shape;86;p13"/>
          <p:cNvPicPr preferRelativeResize="0"/>
          <p:nvPr/>
        </p:nvPicPr>
        <p:blipFill rotWithShape="1">
          <a:blip r:embed="rId4">
            <a:alphaModFix amt="40000"/>
          </a:blip>
          <a:srcRect b="12072" l="13271" r="11457" t="24689"/>
          <a:stretch/>
        </p:blipFill>
        <p:spPr>
          <a:xfrm>
            <a:off x="3347400" y="977850"/>
            <a:ext cx="9928200" cy="49023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grpSp>
        <p:nvGrpSpPr>
          <p:cNvPr id="92" name="Google Shape;92;p14"/>
          <p:cNvGrpSpPr/>
          <p:nvPr/>
        </p:nvGrpSpPr>
        <p:grpSpPr>
          <a:xfrm>
            <a:off x="762000" y="571500"/>
            <a:ext cx="10668000" cy="762000"/>
            <a:chOff x="0" y="0"/>
            <a:chExt cx="10668000" cy="762000"/>
          </a:xfrm>
        </p:grpSpPr>
        <p:sp>
          <p:nvSpPr>
            <p:cNvPr id="93" name="Google Shape;93;p14"/>
            <p:cNvSpPr/>
            <p:nvPr/>
          </p:nvSpPr>
          <p:spPr>
            <a:xfrm>
              <a:off x="0" y="0"/>
              <a:ext cx="10668000" cy="762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4" name="Google Shape;94;p14"/>
            <p:cNvSpPr txBox="1"/>
            <p:nvPr/>
          </p:nvSpPr>
          <p:spPr>
            <a:xfrm>
              <a:off x="0" y="0"/>
              <a:ext cx="1066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4000">
                  <a:solidFill>
                    <a:srgbClr val="003366"/>
                  </a:solidFill>
                  <a:latin typeface="Arial"/>
                  <a:ea typeface="Arial"/>
                  <a:cs typeface="Arial"/>
                  <a:sym typeface="Arial"/>
                </a:rPr>
                <a:t>1. The $6 Billion Question</a:t>
              </a:r>
              <a:endParaRPr b="1" sz="4000">
                <a:solidFill>
                  <a:srgbClr val="003366"/>
                </a:solidFill>
                <a:latin typeface="Arial"/>
                <a:ea typeface="Arial"/>
                <a:cs typeface="Arial"/>
                <a:sym typeface="Arial"/>
              </a:endParaRPr>
            </a:p>
          </p:txBody>
        </p:sp>
      </p:grpSp>
      <p:sp>
        <p:nvSpPr>
          <p:cNvPr id="95" name="Google Shape;95;p14"/>
          <p:cNvSpPr/>
          <p:nvPr/>
        </p:nvSpPr>
        <p:spPr>
          <a:xfrm>
            <a:off x="762000" y="1714500"/>
            <a:ext cx="5143500" cy="1714500"/>
          </a:xfrm>
          <a:prstGeom prst="roundRect">
            <a:avLst>
              <a:gd fmla="val 6666" name="adj"/>
            </a:avLst>
          </a:prstGeom>
          <a:solidFill>
            <a:srgbClr val="F0F4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4"/>
          <p:cNvSpPr txBox="1"/>
          <p:nvPr/>
        </p:nvSpPr>
        <p:spPr>
          <a:xfrm>
            <a:off x="762000" y="1714500"/>
            <a:ext cx="5143500" cy="1714500"/>
          </a:xfrm>
          <a:prstGeom prst="rect">
            <a:avLst/>
          </a:prstGeom>
          <a:noFill/>
          <a:ln>
            <a:noFill/>
          </a:ln>
        </p:spPr>
        <p:txBody>
          <a:bodyPr anchorCtr="0" anchor="ctr" bIns="228600" lIns="228600" spcFirstLastPara="1" rIns="228600" wrap="square" tIns="228600">
            <a:noAutofit/>
          </a:bodyPr>
          <a:lstStyle/>
          <a:p>
            <a:pPr indent="0" lvl="0" marL="0" rtl="0" algn="l">
              <a:spcBef>
                <a:spcPts val="0"/>
              </a:spcBef>
              <a:spcAft>
                <a:spcPts val="0"/>
              </a:spcAft>
              <a:buNone/>
            </a:pPr>
            <a:r>
              <a:rPr b="1" lang="en-US" sz="2000">
                <a:solidFill>
                  <a:srgbClr val="003366"/>
                </a:solidFill>
                <a:latin typeface="Arial"/>
                <a:ea typeface="Arial"/>
                <a:cs typeface="Arial"/>
                <a:sym typeface="Arial"/>
              </a:rPr>
              <a:t>Every year, billions are pledged to global development and relief. But does the money actually reach the ground?</a:t>
            </a:r>
            <a:endParaRPr b="1" sz="2000">
              <a:solidFill>
                <a:srgbClr val="003366"/>
              </a:solidFill>
              <a:latin typeface="Arial"/>
              <a:ea typeface="Arial"/>
              <a:cs typeface="Arial"/>
              <a:sym typeface="Arial"/>
            </a:endParaRPr>
          </a:p>
        </p:txBody>
      </p:sp>
      <p:sp>
        <p:nvSpPr>
          <p:cNvPr id="97" name="Google Shape;97;p14"/>
          <p:cNvSpPr txBox="1"/>
          <p:nvPr/>
        </p:nvSpPr>
        <p:spPr>
          <a:xfrm>
            <a:off x="762000" y="3714750"/>
            <a:ext cx="5143500" cy="2000100"/>
          </a:xfrm>
          <a:prstGeom prst="rect">
            <a:avLst/>
          </a:prstGeom>
          <a:noFill/>
          <a:ln>
            <a:noFill/>
          </a:ln>
        </p:spPr>
        <p:txBody>
          <a:bodyPr anchorCtr="0" anchor="t" bIns="0" lIns="76200" spcFirstLastPara="1" rIns="0" wrap="square" tIns="0">
            <a:noAutofit/>
          </a:bodyPr>
          <a:lstStyle/>
          <a:p>
            <a:pPr indent="0" lvl="0" marL="0" rtl="0" algn="l">
              <a:spcBef>
                <a:spcPts val="0"/>
              </a:spcBef>
              <a:spcAft>
                <a:spcPts val="0"/>
              </a:spcAft>
              <a:buNone/>
            </a:pPr>
            <a:r>
              <a:rPr b="1" lang="en-US" sz="1200">
                <a:solidFill>
                  <a:srgbClr val="64748B"/>
                </a:solidFill>
                <a:latin typeface="Arial"/>
                <a:ea typeface="Arial"/>
                <a:cs typeface="Arial"/>
                <a:sym typeface="Arial"/>
              </a:rPr>
              <a:t>THE INVESTIGATION</a:t>
            </a:r>
            <a:endParaRPr b="1" sz="1200">
              <a:solidFill>
                <a:srgbClr val="64748B"/>
              </a:solidFill>
              <a:latin typeface="Arial"/>
              <a:ea typeface="Arial"/>
              <a:cs typeface="Arial"/>
              <a:sym typeface="Arial"/>
            </a:endParaRPr>
          </a:p>
          <a:p>
            <a:pPr indent="0" lvl="0" marL="0" rtl="0" algn="l">
              <a:spcBef>
                <a:spcPts val="1200"/>
              </a:spcBef>
              <a:spcAft>
                <a:spcPts val="0"/>
              </a:spcAft>
              <a:buNone/>
            </a:pPr>
            <a:r>
              <a:rPr b="0" lang="en-US" sz="1600">
                <a:solidFill>
                  <a:srgbClr val="404040"/>
                </a:solidFill>
                <a:latin typeface="Arial"/>
                <a:ea typeface="Arial"/>
                <a:cs typeface="Arial"/>
                <a:sym typeface="Arial"/>
              </a:rPr>
              <a:t>By auditing global financial commitments against actual disbursements and geospatial transactions, we uncover a disturbing reality about where the money stops.</a:t>
            </a:r>
            <a:endParaRPr b="0" sz="1600">
              <a:solidFill>
                <a:srgbClr val="404040"/>
              </a:solidFill>
              <a:latin typeface="Arial"/>
              <a:ea typeface="Arial"/>
              <a:cs typeface="Arial"/>
              <a:sym typeface="Arial"/>
            </a:endParaRPr>
          </a:p>
        </p:txBody>
      </p:sp>
      <p:pic>
        <p:nvPicPr>
          <p:cNvPr descr="A dramatic conceptual visualization of global money flow, showing glowing financial data paths over a stylized digital world map, fading into shadows, suggesting missing or lost funds, dark and professional tech aesthetic" id="98" name="Google Shape;98;p14"/>
          <p:cNvPicPr preferRelativeResize="0"/>
          <p:nvPr/>
        </p:nvPicPr>
        <p:blipFill rotWithShape="1">
          <a:blip r:embed="rId3">
            <a:alphaModFix/>
          </a:blip>
          <a:srcRect b="0" l="3575" r="3566" t="0"/>
          <a:stretch/>
        </p:blipFill>
        <p:spPr>
          <a:xfrm>
            <a:off x="6477000" y="1714500"/>
            <a:ext cx="4953000" cy="4000500"/>
          </a:xfrm>
          <a:prstGeom prst="roundRect">
            <a:avLst>
              <a:gd fmla="val 3809" name="adj"/>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nvSpPr>
        <p:spPr>
          <a:xfrm>
            <a:off x="457200" y="365760"/>
            <a:ext cx="11274600" cy="708000"/>
          </a:xfrm>
          <a:prstGeom prst="rect">
            <a:avLst/>
          </a:prstGeom>
          <a:solidFill>
            <a:srgbClr val="000000">
              <a:alpha val="0"/>
            </a:srgbClr>
          </a:solidFill>
          <a:ln>
            <a:noFill/>
          </a:ln>
        </p:spPr>
        <p:txBody>
          <a:bodyPr anchorCtr="0" anchor="t" bIns="45700" lIns="91400" spcFirstLastPara="1" rIns="91400" wrap="square" tIns="45700">
            <a:spAutoFit/>
          </a:bodyPr>
          <a:lstStyle/>
          <a:p>
            <a:pPr indent="0" lvl="0" marL="0" rtl="0" algn="l">
              <a:spcBef>
                <a:spcPts val="0"/>
              </a:spcBef>
              <a:spcAft>
                <a:spcPts val="0"/>
              </a:spcAft>
              <a:buNone/>
            </a:pPr>
            <a:r>
              <a:rPr b="1" i="0" lang="en-US" sz="4000">
                <a:solidFill>
                  <a:srgbClr val="003366"/>
                </a:solidFill>
                <a:latin typeface="Arial"/>
                <a:ea typeface="Arial"/>
                <a:cs typeface="Arial"/>
                <a:sym typeface="Arial"/>
              </a:rPr>
              <a:t>2. Massive Pledges, Minimal Execution</a:t>
            </a:r>
            <a:endParaRPr b="1" i="0" sz="4000">
              <a:solidFill>
                <a:srgbClr val="003366"/>
              </a:solidFill>
              <a:latin typeface="Arial"/>
              <a:ea typeface="Arial"/>
              <a:cs typeface="Arial"/>
              <a:sym typeface="Arial"/>
            </a:endParaRPr>
          </a:p>
        </p:txBody>
      </p:sp>
      <p:sp>
        <p:nvSpPr>
          <p:cNvPr id="105" name="Google Shape;105;p15"/>
          <p:cNvSpPr/>
          <p:nvPr/>
        </p:nvSpPr>
        <p:spPr>
          <a:xfrm>
            <a:off x="457200" y="1333500"/>
            <a:ext cx="2190900" cy="1047900"/>
          </a:xfrm>
          <a:prstGeom prst="roundRect">
            <a:avLst>
              <a:gd fmla="val 7272" name="adj"/>
            </a:avLst>
          </a:prstGeom>
          <a:solidFill>
            <a:srgbClr val="F0F4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p:nvPr/>
        </p:nvSpPr>
        <p:spPr>
          <a:xfrm>
            <a:off x="2838450" y="1333500"/>
            <a:ext cx="2190900" cy="1047900"/>
          </a:xfrm>
          <a:prstGeom prst="roundRect">
            <a:avLst>
              <a:gd fmla="val 7272" name="adj"/>
            </a:avLst>
          </a:prstGeom>
          <a:solidFill>
            <a:srgbClr val="FDF2F2"/>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5"/>
          <p:cNvSpPr txBox="1"/>
          <p:nvPr/>
        </p:nvSpPr>
        <p:spPr>
          <a:xfrm>
            <a:off x="457200" y="1333500"/>
            <a:ext cx="2190900" cy="1047900"/>
          </a:xfrm>
          <a:prstGeom prst="rect">
            <a:avLst/>
          </a:prstGeom>
          <a:noFill/>
          <a:ln>
            <a:noFill/>
          </a:ln>
        </p:spPr>
        <p:txBody>
          <a:bodyPr anchorCtr="0" anchor="ctr" bIns="0" lIns="152400" spcFirstLastPara="1" rIns="152400" wrap="square" tIns="0">
            <a:noAutofit/>
          </a:bodyPr>
          <a:lstStyle/>
          <a:p>
            <a:pPr indent="0" lvl="0" marL="0" rtl="0" algn="l">
              <a:spcBef>
                <a:spcPts val="0"/>
              </a:spcBef>
              <a:spcAft>
                <a:spcPts val="0"/>
              </a:spcAft>
              <a:buNone/>
            </a:pPr>
            <a:r>
              <a:rPr b="1" lang="en-US" sz="2400">
                <a:solidFill>
                  <a:srgbClr val="003366"/>
                </a:solidFill>
                <a:latin typeface="Arial"/>
                <a:ea typeface="Arial"/>
                <a:cs typeface="Arial"/>
                <a:sym typeface="Arial"/>
              </a:rPr>
              <a:t>$6.22B</a:t>
            </a:r>
            <a:endParaRPr b="1" sz="2400">
              <a:solidFill>
                <a:srgbClr val="003366"/>
              </a:solidFill>
              <a:latin typeface="Arial"/>
              <a:ea typeface="Arial"/>
              <a:cs typeface="Arial"/>
              <a:sym typeface="Arial"/>
            </a:endParaRPr>
          </a:p>
          <a:p>
            <a:pPr indent="0" lvl="0" marL="0" rtl="0" algn="l">
              <a:spcBef>
                <a:spcPts val="300"/>
              </a:spcBef>
              <a:spcAft>
                <a:spcPts val="0"/>
              </a:spcAft>
              <a:buNone/>
            </a:pPr>
            <a:r>
              <a:rPr b="1" lang="en-US" sz="1000">
                <a:solidFill>
                  <a:srgbClr val="4F5E74"/>
                </a:solidFill>
                <a:latin typeface="Arial"/>
                <a:ea typeface="Arial"/>
                <a:cs typeface="Arial"/>
                <a:sym typeface="Arial"/>
              </a:rPr>
              <a:t>Total Commitments</a:t>
            </a:r>
            <a:endParaRPr b="1" sz="1000">
              <a:solidFill>
                <a:srgbClr val="4F5E74"/>
              </a:solidFill>
              <a:latin typeface="Arial"/>
              <a:ea typeface="Arial"/>
              <a:cs typeface="Arial"/>
              <a:sym typeface="Arial"/>
            </a:endParaRPr>
          </a:p>
        </p:txBody>
      </p:sp>
      <p:sp>
        <p:nvSpPr>
          <p:cNvPr id="108" name="Google Shape;108;p15"/>
          <p:cNvSpPr txBox="1"/>
          <p:nvPr/>
        </p:nvSpPr>
        <p:spPr>
          <a:xfrm>
            <a:off x="2838450" y="1333500"/>
            <a:ext cx="2190900" cy="1047900"/>
          </a:xfrm>
          <a:prstGeom prst="rect">
            <a:avLst/>
          </a:prstGeom>
          <a:noFill/>
          <a:ln>
            <a:noFill/>
          </a:ln>
        </p:spPr>
        <p:txBody>
          <a:bodyPr anchorCtr="0" anchor="ctr" bIns="0" lIns="152400" spcFirstLastPara="1" rIns="152400" wrap="square" tIns="0">
            <a:noAutofit/>
          </a:bodyPr>
          <a:lstStyle/>
          <a:p>
            <a:pPr indent="0" lvl="0" marL="0" rtl="0" algn="l">
              <a:spcBef>
                <a:spcPts val="0"/>
              </a:spcBef>
              <a:spcAft>
                <a:spcPts val="0"/>
              </a:spcAft>
              <a:buNone/>
            </a:pPr>
            <a:r>
              <a:rPr b="1" lang="en-US" sz="2400">
                <a:solidFill>
                  <a:srgbClr val="DE3636"/>
                </a:solidFill>
                <a:latin typeface="Arial"/>
                <a:ea typeface="Arial"/>
                <a:cs typeface="Arial"/>
                <a:sym typeface="Arial"/>
              </a:rPr>
              <a:t>$1.23M</a:t>
            </a:r>
            <a:endParaRPr b="1" sz="2400">
              <a:solidFill>
                <a:srgbClr val="DE3636"/>
              </a:solidFill>
              <a:latin typeface="Arial"/>
              <a:ea typeface="Arial"/>
              <a:cs typeface="Arial"/>
              <a:sym typeface="Arial"/>
            </a:endParaRPr>
          </a:p>
          <a:p>
            <a:pPr indent="0" lvl="0" marL="0" rtl="0" algn="l">
              <a:spcBef>
                <a:spcPts val="300"/>
              </a:spcBef>
              <a:spcAft>
                <a:spcPts val="0"/>
              </a:spcAft>
              <a:buNone/>
            </a:pPr>
            <a:r>
              <a:rPr b="1" lang="en-US" sz="1000">
                <a:solidFill>
                  <a:srgbClr val="DE3636"/>
                </a:solidFill>
                <a:latin typeface="Arial"/>
                <a:ea typeface="Arial"/>
                <a:cs typeface="Arial"/>
                <a:sym typeface="Arial"/>
              </a:rPr>
              <a:t>Actual Disbursements</a:t>
            </a:r>
            <a:endParaRPr b="1" sz="1000">
              <a:solidFill>
                <a:srgbClr val="DE3636"/>
              </a:solidFill>
              <a:latin typeface="Arial"/>
              <a:ea typeface="Arial"/>
              <a:cs typeface="Arial"/>
              <a:sym typeface="Arial"/>
            </a:endParaRPr>
          </a:p>
        </p:txBody>
      </p:sp>
      <p:sp>
        <p:nvSpPr>
          <p:cNvPr id="109" name="Google Shape;109;p15"/>
          <p:cNvSpPr txBox="1"/>
          <p:nvPr/>
        </p:nvSpPr>
        <p:spPr>
          <a:xfrm>
            <a:off x="457200" y="2619375"/>
            <a:ext cx="4572000" cy="3762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US" sz="1500">
                <a:solidFill>
                  <a:srgbClr val="404040"/>
                </a:solidFill>
                <a:latin typeface="Arial"/>
                <a:ea typeface="Arial"/>
                <a:cs typeface="Arial"/>
                <a:sym typeface="Arial"/>
              </a:rPr>
              <a:t>The data reveals a staggering deficit. We tracked </a:t>
            </a:r>
            <a:r>
              <a:rPr b="1" lang="en-US" sz="1500">
                <a:solidFill>
                  <a:srgbClr val="404040"/>
                </a:solidFill>
                <a:latin typeface="Arial"/>
                <a:ea typeface="Arial"/>
                <a:cs typeface="Arial"/>
                <a:sym typeface="Arial"/>
              </a:rPr>
              <a:t>$6.22 Billion</a:t>
            </a:r>
            <a:r>
              <a:rPr lang="en-US" sz="1500">
                <a:solidFill>
                  <a:srgbClr val="404040"/>
                </a:solidFill>
                <a:latin typeface="Arial"/>
                <a:ea typeface="Arial"/>
                <a:cs typeface="Arial"/>
                <a:sym typeface="Arial"/>
              </a:rPr>
              <a:t> in Total Financial Commitments, yet Total Actual Disbursements stand at a mere </a:t>
            </a:r>
            <a:r>
              <a:rPr b="1" lang="en-US" sz="1500">
                <a:solidFill>
                  <a:srgbClr val="404040"/>
                </a:solidFill>
                <a:latin typeface="Arial"/>
                <a:ea typeface="Arial"/>
                <a:cs typeface="Arial"/>
                <a:sym typeface="Arial"/>
              </a:rPr>
              <a:t>$1.23 Million</a:t>
            </a:r>
            <a:r>
              <a:rPr lang="en-US" sz="1500">
                <a:solidFill>
                  <a:srgbClr val="404040"/>
                </a:solidFill>
                <a:latin typeface="Arial"/>
                <a:ea typeface="Arial"/>
                <a:cs typeface="Arial"/>
                <a:sym typeface="Arial"/>
              </a:rPr>
              <a:t>.</a:t>
            </a:r>
            <a:endParaRPr sz="1500">
              <a:solidFill>
                <a:srgbClr val="404040"/>
              </a:solidFill>
              <a:latin typeface="Arial"/>
              <a:ea typeface="Arial"/>
              <a:cs typeface="Arial"/>
              <a:sym typeface="Arial"/>
            </a:endParaRPr>
          </a:p>
          <a:p>
            <a:pPr indent="0" lvl="0" marL="0" rtl="0" algn="l">
              <a:spcBef>
                <a:spcPts val="1350"/>
              </a:spcBef>
              <a:spcAft>
                <a:spcPts val="0"/>
              </a:spcAft>
              <a:buNone/>
            </a:pPr>
            <a:r>
              <a:rPr lang="en-US" sz="1400">
                <a:solidFill>
                  <a:srgbClr val="555555"/>
                </a:solidFill>
                <a:latin typeface="Arial"/>
                <a:ea typeface="Arial"/>
                <a:cs typeface="Arial"/>
                <a:sym typeface="Arial"/>
              </a:rPr>
              <a:t>The Evidence: The 'Commitments vs. Disbursements by Country' chart illustrates this chasm. Nations are promised massive infrastructure and aid, but the actual monetary flow is severely bottlenecked before reaching the recipient countries.</a:t>
            </a:r>
            <a:endParaRPr sz="1400">
              <a:solidFill>
                <a:srgbClr val="555555"/>
              </a:solidFill>
              <a:latin typeface="Arial"/>
              <a:ea typeface="Arial"/>
              <a:cs typeface="Arial"/>
              <a:sym typeface="Arial"/>
            </a:endParaRPr>
          </a:p>
        </p:txBody>
      </p:sp>
      <p:pic>
        <p:nvPicPr>
          <p:cNvPr id="110" name="Google Shape;110;p15" title="commitments-vs-disbursements-by-country-2026-09-08T16-41-08.498Z.jpg"/>
          <p:cNvPicPr preferRelativeResize="0"/>
          <p:nvPr/>
        </p:nvPicPr>
        <p:blipFill>
          <a:blip r:embed="rId3">
            <a:alphaModFix/>
          </a:blip>
          <a:stretch>
            <a:fillRect/>
          </a:stretch>
        </p:blipFill>
        <p:spPr>
          <a:xfrm>
            <a:off x="5181750" y="1226160"/>
            <a:ext cx="6810375" cy="38195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6"/>
          <p:cNvSpPr txBox="1"/>
          <p:nvPr/>
        </p:nvSpPr>
        <p:spPr>
          <a:xfrm>
            <a:off x="457200" y="365760"/>
            <a:ext cx="11274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3366"/>
                </a:solidFill>
                <a:latin typeface="Arial"/>
                <a:ea typeface="Arial"/>
                <a:cs typeface="Arial"/>
                <a:sym typeface="Arial"/>
              </a:rPr>
              <a:t>3. Is the Money Following the Need?</a:t>
            </a:r>
            <a:endParaRPr b="0" i="0" sz="1800" u="none" cap="none" strike="noStrike">
              <a:solidFill>
                <a:schemeClr val="dk1"/>
              </a:solidFill>
              <a:latin typeface="Calibri"/>
              <a:ea typeface="Calibri"/>
              <a:cs typeface="Calibri"/>
              <a:sym typeface="Calibri"/>
            </a:endParaRPr>
          </a:p>
        </p:txBody>
      </p:sp>
      <p:sp>
        <p:nvSpPr>
          <p:cNvPr id="117" name="Google Shape;117;p16"/>
          <p:cNvSpPr/>
          <p:nvPr/>
        </p:nvSpPr>
        <p:spPr>
          <a:xfrm>
            <a:off x="457200" y="1524000"/>
            <a:ext cx="4762500" cy="1238400"/>
          </a:xfrm>
          <a:prstGeom prst="roundRect">
            <a:avLst>
              <a:gd fmla="val 6153" name="adj"/>
            </a:avLst>
          </a:prstGeom>
          <a:solidFill>
            <a:srgbClr val="F0F4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16"/>
          <p:cNvSpPr txBox="1"/>
          <p:nvPr/>
        </p:nvSpPr>
        <p:spPr>
          <a:xfrm>
            <a:off x="457200" y="1524000"/>
            <a:ext cx="4762500" cy="1238400"/>
          </a:xfrm>
          <a:prstGeom prst="rect">
            <a:avLst/>
          </a:prstGeom>
          <a:solidFill>
            <a:srgbClr val="000000">
              <a:alpha val="0"/>
            </a:srgbClr>
          </a:solidFill>
          <a:ln>
            <a:noFill/>
          </a:ln>
        </p:spPr>
        <p:txBody>
          <a:bodyPr anchorCtr="0" anchor="ctr" bIns="0" lIns="228600" spcFirstLastPara="1" rIns="228600" wrap="square" tIns="0">
            <a:noAutofit/>
          </a:bodyPr>
          <a:lstStyle/>
          <a:p>
            <a:pPr indent="0" lvl="0" marL="0" rtl="0" algn="l">
              <a:spcBef>
                <a:spcPts val="0"/>
              </a:spcBef>
              <a:spcAft>
                <a:spcPts val="0"/>
              </a:spcAft>
              <a:buNone/>
            </a:pPr>
            <a:r>
              <a:rPr b="1" lang="en-US" sz="1800">
                <a:solidFill>
                  <a:srgbClr val="003366"/>
                </a:solidFill>
                <a:latin typeface="Arial"/>
                <a:ea typeface="Arial"/>
                <a:cs typeface="Arial"/>
                <a:sym typeface="Arial"/>
              </a:rPr>
              <a:t>If funds are scarce, are they at least reaching the poorest nations?</a:t>
            </a:r>
            <a:endParaRPr b="1" sz="1800">
              <a:solidFill>
                <a:srgbClr val="003366"/>
              </a:solidFill>
              <a:latin typeface="Arial"/>
              <a:ea typeface="Arial"/>
              <a:cs typeface="Arial"/>
              <a:sym typeface="Arial"/>
            </a:endParaRPr>
          </a:p>
        </p:txBody>
      </p:sp>
      <p:sp>
        <p:nvSpPr>
          <p:cNvPr id="119" name="Google Shape;119;p16"/>
          <p:cNvSpPr txBox="1"/>
          <p:nvPr/>
        </p:nvSpPr>
        <p:spPr>
          <a:xfrm>
            <a:off x="457200" y="3000375"/>
            <a:ext cx="4762500" cy="3095700"/>
          </a:xfrm>
          <a:prstGeom prst="rect">
            <a:avLst/>
          </a:prstGeom>
          <a:solidFill>
            <a:srgbClr val="000000">
              <a:alpha val="0"/>
            </a:srgbClr>
          </a:solidFill>
          <a:ln>
            <a:noFill/>
          </a:ln>
        </p:spPr>
        <p:txBody>
          <a:bodyPr anchorCtr="0" anchor="t" bIns="0" lIns="76200" spcFirstLastPara="1" rIns="76200" wrap="square" tIns="0">
            <a:noAutofit/>
          </a:bodyPr>
          <a:lstStyle/>
          <a:p>
            <a:pPr indent="0" lvl="0" marL="0" rtl="0" algn="l">
              <a:spcBef>
                <a:spcPts val="0"/>
              </a:spcBef>
              <a:spcAft>
                <a:spcPts val="0"/>
              </a:spcAft>
              <a:buNone/>
            </a:pPr>
            <a:r>
              <a:rPr b="1" lang="en-US" sz="1200">
                <a:solidFill>
                  <a:srgbClr val="003366"/>
                </a:solidFill>
                <a:latin typeface="Arial"/>
                <a:ea typeface="Arial"/>
                <a:cs typeface="Arial"/>
                <a:sym typeface="Arial"/>
              </a:rPr>
              <a:t>THE EVIDENCE</a:t>
            </a:r>
            <a:endParaRPr b="1" sz="1200">
              <a:solidFill>
                <a:srgbClr val="003366"/>
              </a:solidFill>
              <a:latin typeface="Arial"/>
              <a:ea typeface="Arial"/>
              <a:cs typeface="Arial"/>
              <a:sym typeface="Arial"/>
            </a:endParaRPr>
          </a:p>
          <a:p>
            <a:pPr indent="0" lvl="0" marL="0" rtl="0" algn="l">
              <a:spcBef>
                <a:spcPts val="900"/>
              </a:spcBef>
              <a:spcAft>
                <a:spcPts val="0"/>
              </a:spcAft>
              <a:buNone/>
            </a:pPr>
            <a:r>
              <a:rPr b="0" lang="en-US" sz="1500">
                <a:solidFill>
                  <a:srgbClr val="404040"/>
                </a:solidFill>
                <a:latin typeface="Arial"/>
                <a:ea typeface="Arial"/>
                <a:cs typeface="Arial"/>
                <a:sym typeface="Arial"/>
              </a:rPr>
              <a:t>The 'Economic Status vs. Total Project Funding' scatter plot reveals a scattered, illogical distribution.</a:t>
            </a:r>
            <a:endParaRPr b="0" sz="1500">
              <a:solidFill>
                <a:srgbClr val="404040"/>
              </a:solidFill>
              <a:latin typeface="Arial"/>
              <a:ea typeface="Arial"/>
              <a:cs typeface="Arial"/>
              <a:sym typeface="Arial"/>
            </a:endParaRPr>
          </a:p>
          <a:p>
            <a:pPr indent="0" lvl="0" marL="0" rtl="0" algn="l">
              <a:spcBef>
                <a:spcPts val="1200"/>
              </a:spcBef>
              <a:spcAft>
                <a:spcPts val="0"/>
              </a:spcAft>
              <a:buNone/>
            </a:pPr>
            <a:r>
              <a:rPr b="0" lang="en-US" sz="1500">
                <a:solidFill>
                  <a:srgbClr val="404040"/>
                </a:solidFill>
                <a:latin typeface="Arial"/>
                <a:ea typeface="Arial"/>
                <a:cs typeface="Arial"/>
                <a:sym typeface="Arial"/>
              </a:rPr>
              <a:t>Massive project commitments are frequently allocated regardless of the actual GDP per capita of the recipient country, indicating that funding decisions are often driven by factors other than pure economic need.</a:t>
            </a:r>
            <a:endParaRPr b="0" sz="1500">
              <a:solidFill>
                <a:srgbClr val="404040"/>
              </a:solidFill>
              <a:latin typeface="Arial"/>
              <a:ea typeface="Arial"/>
              <a:cs typeface="Arial"/>
              <a:sym typeface="Arial"/>
            </a:endParaRPr>
          </a:p>
        </p:txBody>
      </p:sp>
      <p:sp>
        <p:nvSpPr>
          <p:cNvPr id="120" name="Google Shape;120;p16"/>
          <p:cNvSpPr/>
          <p:nvPr/>
        </p:nvSpPr>
        <p:spPr>
          <a:xfrm>
            <a:off x="5638800" y="1524000"/>
            <a:ext cx="6096000" cy="4572000"/>
          </a:xfrm>
          <a:prstGeom prst="roundRect">
            <a:avLst>
              <a:gd fmla="val 1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1" name="Google Shape;121;p16"/>
          <p:cNvSpPr txBox="1"/>
          <p:nvPr/>
        </p:nvSpPr>
        <p:spPr>
          <a:xfrm>
            <a:off x="5867400" y="1714500"/>
            <a:ext cx="56388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64748B"/>
                </a:solidFill>
                <a:latin typeface="Arial"/>
                <a:ea typeface="Arial"/>
                <a:cs typeface="Arial"/>
                <a:sym typeface="Arial"/>
              </a:rPr>
              <a:t>ECONOMIC STATUS VS. TOTAL PROJECT FUNDING</a:t>
            </a:r>
            <a:endParaRPr b="1" sz="1100">
              <a:solidFill>
                <a:srgbClr val="64748B"/>
              </a:solidFill>
              <a:latin typeface="Arial"/>
              <a:ea typeface="Arial"/>
              <a:cs typeface="Arial"/>
              <a:sym typeface="Arial"/>
            </a:endParaRPr>
          </a:p>
        </p:txBody>
      </p:sp>
      <p:pic>
        <p:nvPicPr>
          <p:cNvPr id="122" name="Google Shape;122;p16" title="economic-status-vs-total-project-funding-by-country-2026-09-08T16-40-59.604Z.jpg"/>
          <p:cNvPicPr preferRelativeResize="0"/>
          <p:nvPr/>
        </p:nvPicPr>
        <p:blipFill rotWithShape="1">
          <a:blip r:embed="rId3">
            <a:alphaModFix/>
          </a:blip>
          <a:srcRect b="3119" l="7322" r="3169" t="21175"/>
          <a:stretch/>
        </p:blipFill>
        <p:spPr>
          <a:xfrm>
            <a:off x="5638800" y="2364225"/>
            <a:ext cx="6096001" cy="35078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7"/>
          <p:cNvSpPr txBox="1"/>
          <p:nvPr/>
        </p:nvSpPr>
        <p:spPr>
          <a:xfrm>
            <a:off x="457200" y="365760"/>
            <a:ext cx="11274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3366"/>
                </a:solidFill>
                <a:latin typeface="Arial"/>
                <a:ea typeface="Arial"/>
                <a:cs typeface="Arial"/>
                <a:sym typeface="Arial"/>
              </a:rPr>
              <a:t>4. Where is the Money Actually Going?</a:t>
            </a:r>
            <a:endParaRPr b="0" i="0" sz="1800" u="none" cap="none" strike="noStrike">
              <a:solidFill>
                <a:schemeClr val="dk1"/>
              </a:solidFill>
              <a:latin typeface="Calibri"/>
              <a:ea typeface="Calibri"/>
              <a:cs typeface="Calibri"/>
              <a:sym typeface="Calibri"/>
            </a:endParaRPr>
          </a:p>
        </p:txBody>
      </p:sp>
      <p:sp>
        <p:nvSpPr>
          <p:cNvPr id="129" name="Google Shape;129;p17"/>
          <p:cNvSpPr/>
          <p:nvPr/>
        </p:nvSpPr>
        <p:spPr>
          <a:xfrm>
            <a:off x="457200" y="1524000"/>
            <a:ext cx="5029200" cy="1143000"/>
          </a:xfrm>
          <a:prstGeom prst="roundRect">
            <a:avLst>
              <a:gd fmla="val 6666" name="adj"/>
            </a:avLst>
          </a:prstGeom>
          <a:solidFill>
            <a:srgbClr val="F0F4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0" name="Google Shape;130;p17"/>
          <p:cNvSpPr txBox="1"/>
          <p:nvPr/>
        </p:nvSpPr>
        <p:spPr>
          <a:xfrm>
            <a:off x="457200" y="1524000"/>
            <a:ext cx="5029200" cy="1143000"/>
          </a:xfrm>
          <a:prstGeom prst="rect">
            <a:avLst/>
          </a:prstGeom>
          <a:solidFill>
            <a:srgbClr val="000000">
              <a:alpha val="0"/>
            </a:srgbClr>
          </a:solidFill>
          <a:ln>
            <a:noFill/>
          </a:ln>
        </p:spPr>
        <p:txBody>
          <a:bodyPr anchorCtr="0" anchor="ctr" bIns="0" lIns="228600" spcFirstLastPara="1" rIns="228600" wrap="square" tIns="0">
            <a:noAutofit/>
          </a:bodyPr>
          <a:lstStyle/>
          <a:p>
            <a:pPr indent="0" lvl="0" marL="0" rtl="0" algn="l">
              <a:spcBef>
                <a:spcPts val="0"/>
              </a:spcBef>
              <a:spcAft>
                <a:spcPts val="0"/>
              </a:spcAft>
              <a:buNone/>
            </a:pPr>
            <a:r>
              <a:rPr b="1" lang="en-US" sz="1800">
                <a:solidFill>
                  <a:srgbClr val="003366"/>
                </a:solidFill>
                <a:latin typeface="Arial"/>
                <a:ea typeface="Arial"/>
                <a:cs typeface="Arial"/>
                <a:sym typeface="Arial"/>
              </a:rPr>
              <a:t>The funds aren't just delayed; they are being absorbed by intermediaries.</a:t>
            </a:r>
            <a:endParaRPr b="1" sz="1800">
              <a:solidFill>
                <a:srgbClr val="003366"/>
              </a:solidFill>
              <a:latin typeface="Arial"/>
              <a:ea typeface="Arial"/>
              <a:cs typeface="Arial"/>
              <a:sym typeface="Arial"/>
            </a:endParaRPr>
          </a:p>
        </p:txBody>
      </p:sp>
      <p:sp>
        <p:nvSpPr>
          <p:cNvPr id="131" name="Google Shape;131;p17"/>
          <p:cNvSpPr txBox="1"/>
          <p:nvPr/>
        </p:nvSpPr>
        <p:spPr>
          <a:xfrm>
            <a:off x="457200" y="2895600"/>
            <a:ext cx="5029200" cy="3581400"/>
          </a:xfrm>
          <a:prstGeom prst="rect">
            <a:avLst/>
          </a:prstGeom>
          <a:solidFill>
            <a:srgbClr val="000000">
              <a:alpha val="0"/>
            </a:srgbClr>
          </a:solidFill>
          <a:ln>
            <a:noFill/>
          </a:ln>
        </p:spPr>
        <p:txBody>
          <a:bodyPr anchorCtr="0" anchor="t" bIns="0" lIns="76200" spcFirstLastPara="1" rIns="76200" wrap="square" tIns="0">
            <a:noAutofit/>
          </a:bodyPr>
          <a:lstStyle/>
          <a:p>
            <a:pPr indent="0" lvl="0" marL="0" rtl="0" algn="l">
              <a:spcBef>
                <a:spcPts val="0"/>
              </a:spcBef>
              <a:spcAft>
                <a:spcPts val="0"/>
              </a:spcAft>
              <a:buNone/>
            </a:pPr>
            <a:r>
              <a:rPr b="0" lang="en-US" sz="1500">
                <a:solidFill>
                  <a:srgbClr val="404040"/>
                </a:solidFill>
                <a:latin typeface="Arial"/>
                <a:ea typeface="Arial"/>
                <a:cs typeface="Arial"/>
                <a:sym typeface="Arial"/>
              </a:rPr>
              <a:t>The Top High-Risk Sector is </a:t>
            </a:r>
            <a:r>
              <a:rPr b="1" lang="en-US" sz="1500">
                <a:solidFill>
                  <a:srgbClr val="003366"/>
                </a:solidFill>
                <a:latin typeface="Arial"/>
                <a:ea typeface="Arial"/>
                <a:cs typeface="Arial"/>
                <a:sym typeface="Arial"/>
              </a:rPr>
              <a:t>'Government and civil society'</a:t>
            </a:r>
            <a:r>
              <a:rPr b="0" lang="en-US" sz="1500">
                <a:solidFill>
                  <a:srgbClr val="404040"/>
                </a:solidFill>
                <a:latin typeface="Arial"/>
                <a:ea typeface="Arial"/>
                <a:cs typeface="Arial"/>
                <a:sym typeface="Arial"/>
              </a:rPr>
              <a:t> with a massive risk score of </a:t>
            </a:r>
            <a:r>
              <a:rPr b="1" lang="en-US" sz="1500">
                <a:solidFill>
                  <a:srgbClr val="DE3636"/>
                </a:solidFill>
                <a:latin typeface="Arial"/>
                <a:ea typeface="Arial"/>
                <a:cs typeface="Arial"/>
                <a:sym typeface="Arial"/>
              </a:rPr>
              <a:t>37.4k</a:t>
            </a:r>
            <a:r>
              <a:rPr b="0" lang="en-US" sz="1500">
                <a:solidFill>
                  <a:srgbClr val="404040"/>
                </a:solidFill>
                <a:latin typeface="Arial"/>
                <a:ea typeface="Arial"/>
                <a:cs typeface="Arial"/>
                <a:sym typeface="Arial"/>
              </a:rPr>
              <a:t>.</a:t>
            </a:r>
            <a:endParaRPr b="0" sz="1500">
              <a:solidFill>
                <a:srgbClr val="404040"/>
              </a:solidFill>
              <a:latin typeface="Arial"/>
              <a:ea typeface="Arial"/>
              <a:cs typeface="Arial"/>
              <a:sym typeface="Arial"/>
            </a:endParaRPr>
          </a:p>
          <a:p>
            <a:pPr indent="0" lvl="0" marL="0" rtl="0" algn="l">
              <a:spcBef>
                <a:spcPts val="1200"/>
              </a:spcBef>
              <a:spcAft>
                <a:spcPts val="0"/>
              </a:spcAft>
              <a:buNone/>
            </a:pPr>
            <a:r>
              <a:rPr b="1" lang="en-US" sz="1300">
                <a:solidFill>
                  <a:srgbClr val="4F5E74"/>
                </a:solidFill>
                <a:latin typeface="Arial"/>
                <a:ea typeface="Arial"/>
                <a:cs typeface="Arial"/>
                <a:sym typeface="Arial"/>
              </a:rPr>
              <a:t>THE EVIDENCE</a:t>
            </a:r>
            <a:endParaRPr b="1" sz="1300">
              <a:solidFill>
                <a:srgbClr val="4F5E74"/>
              </a:solidFill>
              <a:latin typeface="Arial"/>
              <a:ea typeface="Arial"/>
              <a:cs typeface="Arial"/>
              <a:sym typeface="Arial"/>
            </a:endParaRPr>
          </a:p>
          <a:p>
            <a:pPr indent="0" lvl="0" marL="0" rtl="0" algn="l">
              <a:spcBef>
                <a:spcPts val="900"/>
              </a:spcBef>
              <a:spcAft>
                <a:spcPts val="0"/>
              </a:spcAft>
              <a:buNone/>
            </a:pPr>
            <a:r>
              <a:rPr b="0" lang="en-US" sz="1500">
                <a:solidFill>
                  <a:srgbClr val="555555"/>
                </a:solidFill>
                <a:latin typeface="Arial"/>
                <a:ea typeface="Arial"/>
                <a:cs typeface="Arial"/>
                <a:sym typeface="Arial"/>
              </a:rPr>
              <a:t>Look at the 'Average Financial Efficiency' chart. The towering red bar exposes organizations operating with astronomical administrative overhead ratios. Millions are evaporating into operational costs rather than executing the promised projects.</a:t>
            </a:r>
            <a:endParaRPr b="0" sz="1500">
              <a:solidFill>
                <a:srgbClr val="555555"/>
              </a:solidFill>
              <a:latin typeface="Arial"/>
              <a:ea typeface="Arial"/>
              <a:cs typeface="Arial"/>
              <a:sym typeface="Arial"/>
            </a:endParaRPr>
          </a:p>
        </p:txBody>
      </p:sp>
      <p:pic>
        <p:nvPicPr>
          <p:cNvPr id="132" name="Google Shape;132;p17" title="average-financial-efficiency-by-organizations-2026-09-08T16-40-37.628Z.jpg"/>
          <p:cNvPicPr preferRelativeResize="0"/>
          <p:nvPr/>
        </p:nvPicPr>
        <p:blipFill>
          <a:blip r:embed="rId3">
            <a:alphaModFix/>
          </a:blip>
          <a:stretch>
            <a:fillRect/>
          </a:stretch>
        </p:blipFill>
        <p:spPr>
          <a:xfrm>
            <a:off x="5549825" y="1937935"/>
            <a:ext cx="6397750" cy="358810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8"/>
          <p:cNvSpPr txBox="1"/>
          <p:nvPr/>
        </p:nvSpPr>
        <p:spPr>
          <a:xfrm>
            <a:off x="457200" y="365760"/>
            <a:ext cx="11274600" cy="711900"/>
          </a:xfrm>
          <a:prstGeom prst="rect">
            <a:avLst/>
          </a:prstGeom>
          <a:solidFill>
            <a:srgbClr val="000000">
              <a:alpha val="0"/>
            </a:srgbClr>
          </a:solidFill>
          <a:ln>
            <a:noFill/>
          </a:ln>
        </p:spPr>
        <p:txBody>
          <a:bodyPr anchorCtr="0" anchor="t" bIns="47625" lIns="95250" spcFirstLastPara="1" rIns="95250" wrap="square" tIns="47625">
            <a:spAutoFit/>
          </a:bodyPr>
          <a:lstStyle/>
          <a:p>
            <a:pPr indent="0" lvl="0" marL="0" rtl="0" algn="l">
              <a:spcBef>
                <a:spcPts val="0"/>
              </a:spcBef>
              <a:spcAft>
                <a:spcPts val="0"/>
              </a:spcAft>
              <a:buNone/>
            </a:pPr>
            <a:r>
              <a:rPr b="1" lang="en-US" sz="4000">
                <a:solidFill>
                  <a:srgbClr val="003366"/>
                </a:solidFill>
                <a:latin typeface="Arial"/>
                <a:ea typeface="Arial"/>
                <a:cs typeface="Arial"/>
                <a:sym typeface="Arial"/>
              </a:rPr>
              <a:t>5. How Are These Inefficiencies Hidden?</a:t>
            </a:r>
            <a:endParaRPr b="1" sz="4000">
              <a:solidFill>
                <a:srgbClr val="003366"/>
              </a:solidFill>
              <a:latin typeface="Arial"/>
              <a:ea typeface="Arial"/>
              <a:cs typeface="Arial"/>
              <a:sym typeface="Arial"/>
            </a:endParaRPr>
          </a:p>
        </p:txBody>
      </p:sp>
      <p:sp>
        <p:nvSpPr>
          <p:cNvPr id="139" name="Google Shape;139;p18"/>
          <p:cNvSpPr/>
          <p:nvPr/>
        </p:nvSpPr>
        <p:spPr>
          <a:xfrm>
            <a:off x="457200" y="1333500"/>
            <a:ext cx="4762500" cy="1143000"/>
          </a:xfrm>
          <a:prstGeom prst="roundRect">
            <a:avLst>
              <a:gd fmla="val 6666" name="adj"/>
            </a:avLst>
          </a:prstGeom>
          <a:solidFill>
            <a:srgbClr val="F0F4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40" name="Google Shape;140;p18"/>
          <p:cNvGrpSpPr/>
          <p:nvPr/>
        </p:nvGrpSpPr>
        <p:grpSpPr>
          <a:xfrm>
            <a:off x="457200" y="1333500"/>
            <a:ext cx="4762500" cy="1143000"/>
            <a:chOff x="0" y="0"/>
            <a:chExt cx="4762500" cy="1143000"/>
          </a:xfrm>
        </p:grpSpPr>
        <p:sp>
          <p:nvSpPr>
            <p:cNvPr id="141" name="Google Shape;141;p18"/>
            <p:cNvSpPr/>
            <p:nvPr/>
          </p:nvSpPr>
          <p:spPr>
            <a:xfrm>
              <a:off x="0" y="0"/>
              <a:ext cx="4762500" cy="1143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2" name="Google Shape;142;p18"/>
            <p:cNvSpPr txBox="1"/>
            <p:nvPr/>
          </p:nvSpPr>
          <p:spPr>
            <a:xfrm>
              <a:off x="0" y="0"/>
              <a:ext cx="4762500" cy="1143000"/>
            </a:xfrm>
            <a:prstGeom prst="rect">
              <a:avLst/>
            </a:prstGeom>
            <a:noFill/>
            <a:ln>
              <a:noFill/>
            </a:ln>
          </p:spPr>
          <p:txBody>
            <a:bodyPr anchorCtr="0" anchor="ctr" bIns="0" lIns="228600" spcFirstLastPara="1" rIns="228600" wrap="square" tIns="0">
              <a:noAutofit/>
            </a:bodyPr>
            <a:lstStyle/>
            <a:p>
              <a:pPr indent="0" lvl="0" marL="0" rtl="0" algn="l">
                <a:spcBef>
                  <a:spcPts val="0"/>
                </a:spcBef>
                <a:spcAft>
                  <a:spcPts val="0"/>
                </a:spcAft>
                <a:buNone/>
              </a:pPr>
              <a:r>
                <a:rPr b="1" lang="en-US" sz="1800">
                  <a:solidFill>
                    <a:srgbClr val="003366"/>
                  </a:solidFill>
                  <a:latin typeface="Arial"/>
                  <a:ea typeface="Arial"/>
                  <a:cs typeface="Arial"/>
                  <a:sym typeface="Arial"/>
                </a:rPr>
                <a:t>With 38.91% of all projects flagged as suspicious, the system is being actively gamed.</a:t>
              </a:r>
              <a:endParaRPr b="1" sz="1800">
                <a:solidFill>
                  <a:srgbClr val="003366"/>
                </a:solidFill>
                <a:latin typeface="Arial"/>
                <a:ea typeface="Arial"/>
                <a:cs typeface="Arial"/>
                <a:sym typeface="Arial"/>
              </a:endParaRPr>
            </a:p>
          </p:txBody>
        </p:sp>
      </p:grpSp>
      <p:grpSp>
        <p:nvGrpSpPr>
          <p:cNvPr id="143" name="Google Shape;143;p18"/>
          <p:cNvGrpSpPr/>
          <p:nvPr/>
        </p:nvGrpSpPr>
        <p:grpSpPr>
          <a:xfrm>
            <a:off x="457200" y="2667000"/>
            <a:ext cx="4762500" cy="3810000"/>
            <a:chOff x="0" y="0"/>
            <a:chExt cx="4762500" cy="3810000"/>
          </a:xfrm>
        </p:grpSpPr>
        <p:sp>
          <p:nvSpPr>
            <p:cNvPr id="144" name="Google Shape;144;p18"/>
            <p:cNvSpPr/>
            <p:nvPr/>
          </p:nvSpPr>
          <p:spPr>
            <a:xfrm>
              <a:off x="0" y="0"/>
              <a:ext cx="4762500" cy="38100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5" name="Google Shape;145;p18"/>
            <p:cNvSpPr txBox="1"/>
            <p:nvPr/>
          </p:nvSpPr>
          <p:spPr>
            <a:xfrm>
              <a:off x="0" y="0"/>
              <a:ext cx="4762500" cy="3810000"/>
            </a:xfrm>
            <a:prstGeom prst="rect">
              <a:avLst/>
            </a:prstGeom>
            <a:noFill/>
            <a:ln>
              <a:noFill/>
            </a:ln>
          </p:spPr>
          <p:txBody>
            <a:bodyPr anchorCtr="0" anchor="t" bIns="0" lIns="76200" spcFirstLastPara="1" rIns="76200" wrap="square" tIns="0">
              <a:noAutofit/>
            </a:bodyPr>
            <a:lstStyle/>
            <a:p>
              <a:pPr indent="0" lvl="0" marL="0" rtl="0" algn="l">
                <a:spcBef>
                  <a:spcPts val="0"/>
                </a:spcBef>
                <a:spcAft>
                  <a:spcPts val="0"/>
                </a:spcAft>
                <a:buNone/>
              </a:pPr>
              <a:r>
                <a:rPr b="1" lang="en-US" sz="1300">
                  <a:solidFill>
                    <a:srgbClr val="4F5E74"/>
                  </a:solidFill>
                  <a:latin typeface="Arial"/>
                  <a:ea typeface="Arial"/>
                  <a:cs typeface="Arial"/>
                  <a:sym typeface="Arial"/>
                </a:rPr>
                <a:t>THE EVIDENCE</a:t>
              </a:r>
              <a:endParaRPr b="1" sz="1300">
                <a:solidFill>
                  <a:srgbClr val="4F5E74"/>
                </a:solidFill>
                <a:latin typeface="Arial"/>
                <a:ea typeface="Arial"/>
                <a:cs typeface="Arial"/>
                <a:sym typeface="Arial"/>
              </a:endParaRPr>
            </a:p>
            <a:p>
              <a:pPr indent="0" lvl="0" marL="0" rtl="0" algn="l">
                <a:spcBef>
                  <a:spcPts val="750"/>
                </a:spcBef>
                <a:spcAft>
                  <a:spcPts val="0"/>
                </a:spcAft>
                <a:buNone/>
              </a:pPr>
              <a:r>
                <a:rPr b="1" lang="en-US" sz="1400">
                  <a:solidFill>
                    <a:srgbClr val="003366"/>
                  </a:solidFill>
                  <a:latin typeface="Arial"/>
                  <a:ea typeface="Arial"/>
                  <a:cs typeface="Arial"/>
                  <a:sym typeface="Arial"/>
                </a:rPr>
                <a:t>61.34% Fragmentation:</a:t>
              </a:r>
              <a:r>
                <a:rPr lang="en-US" sz="1400">
                  <a:solidFill>
                    <a:srgbClr val="404040"/>
                  </a:solidFill>
                  <a:latin typeface="Arial"/>
                  <a:ea typeface="Arial"/>
                  <a:cs typeface="Arial"/>
                  <a:sym typeface="Arial"/>
                </a:rPr>
                <a:t> Splitting funds across confusing, multi-sector categories to obscure tracking.</a:t>
              </a:r>
              <a:endParaRPr sz="1400">
                <a:solidFill>
                  <a:srgbClr val="404040"/>
                </a:solidFill>
                <a:latin typeface="Arial"/>
                <a:ea typeface="Arial"/>
                <a:cs typeface="Arial"/>
                <a:sym typeface="Arial"/>
              </a:endParaRPr>
            </a:p>
            <a:p>
              <a:pPr indent="0" lvl="0" marL="0" rtl="0" algn="l">
                <a:spcBef>
                  <a:spcPts val="1125"/>
                </a:spcBef>
                <a:spcAft>
                  <a:spcPts val="0"/>
                </a:spcAft>
                <a:buNone/>
              </a:pPr>
              <a:r>
                <a:rPr b="1" lang="en-US" sz="1400">
                  <a:solidFill>
                    <a:srgbClr val="003366"/>
                  </a:solidFill>
                  <a:latin typeface="Arial"/>
                  <a:ea typeface="Arial"/>
                  <a:cs typeface="Arial"/>
                  <a:sym typeface="Arial"/>
                </a:rPr>
                <a:t>36.93% Smurfing:</a:t>
              </a:r>
              <a:r>
                <a:rPr lang="en-US" sz="1400">
                  <a:solidFill>
                    <a:srgbClr val="404040"/>
                  </a:solidFill>
                  <a:latin typeface="Arial"/>
                  <a:ea typeface="Arial"/>
                  <a:cs typeface="Arial"/>
                  <a:sym typeface="Arial"/>
                </a:rPr>
                <a:t> Breaking large funds into micro-transactions to fly under audit radars.</a:t>
              </a:r>
              <a:endParaRPr sz="1400">
                <a:solidFill>
                  <a:srgbClr val="404040"/>
                </a:solidFill>
                <a:latin typeface="Arial"/>
                <a:ea typeface="Arial"/>
                <a:cs typeface="Arial"/>
                <a:sym typeface="Arial"/>
              </a:endParaRPr>
            </a:p>
            <a:p>
              <a:pPr indent="0" lvl="0" marL="0" rtl="0" algn="l">
                <a:spcBef>
                  <a:spcPts val="1125"/>
                </a:spcBef>
                <a:spcAft>
                  <a:spcPts val="0"/>
                </a:spcAft>
                <a:buNone/>
              </a:pPr>
              <a:r>
                <a:rPr i="1" lang="en-US" sz="1300">
                  <a:solidFill>
                    <a:srgbClr val="64748B"/>
                  </a:solidFill>
                  <a:latin typeface="Arial"/>
                  <a:ea typeface="Arial"/>
                  <a:cs typeface="Arial"/>
                  <a:sym typeface="Arial"/>
                </a:rPr>
                <a:t>The Word Cloud supports this: vague terms like 'project' and 'develop' dominate, lacking specific, trackable deliverables.</a:t>
              </a:r>
              <a:endParaRPr i="1" sz="1300">
                <a:solidFill>
                  <a:srgbClr val="64748B"/>
                </a:solidFill>
                <a:latin typeface="Arial"/>
                <a:ea typeface="Arial"/>
                <a:cs typeface="Arial"/>
                <a:sym typeface="Arial"/>
              </a:endParaRPr>
            </a:p>
          </p:txBody>
        </p:sp>
      </p:grpSp>
      <p:sp>
        <p:nvSpPr>
          <p:cNvPr id="146" name="Google Shape;146;p18"/>
          <p:cNvSpPr/>
          <p:nvPr/>
        </p:nvSpPr>
        <p:spPr>
          <a:xfrm>
            <a:off x="5403850" y="1719600"/>
            <a:ext cx="6594000" cy="4257300"/>
          </a:xfrm>
          <a:prstGeom prst="roundRect">
            <a:avLst>
              <a:gd fmla="val 2051"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47" name="Google Shape;147;p18" title="average-breackdown-of-suspicion-metrics-2026-09-08T16-40-49.581Z.jpg"/>
          <p:cNvPicPr preferRelativeResize="0"/>
          <p:nvPr/>
        </p:nvPicPr>
        <p:blipFill>
          <a:blip r:embed="rId3">
            <a:alphaModFix/>
          </a:blip>
          <a:stretch>
            <a:fillRect/>
          </a:stretch>
        </p:blipFill>
        <p:spPr>
          <a:xfrm>
            <a:off x="5542188" y="1859325"/>
            <a:ext cx="6289226" cy="3914775"/>
          </a:xfrm>
          <a:prstGeom prst="rect">
            <a:avLst/>
          </a:prstGeom>
          <a:noFill/>
          <a:ln>
            <a:noFill/>
          </a:ln>
        </p:spPr>
      </p:pic>
      <p:pic>
        <p:nvPicPr>
          <p:cNvPr id="148" name="Google Shape;148;p18"/>
          <p:cNvPicPr preferRelativeResize="0"/>
          <p:nvPr/>
        </p:nvPicPr>
        <p:blipFill rotWithShape="1">
          <a:blip r:embed="rId4">
            <a:alphaModFix/>
          </a:blip>
          <a:srcRect b="12072" l="13271" r="11457" t="24689"/>
          <a:stretch/>
        </p:blipFill>
        <p:spPr>
          <a:xfrm>
            <a:off x="457200" y="4698100"/>
            <a:ext cx="4374300" cy="2160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9"/>
          <p:cNvSpPr txBox="1"/>
          <p:nvPr/>
        </p:nvSpPr>
        <p:spPr>
          <a:xfrm>
            <a:off x="457200" y="365760"/>
            <a:ext cx="11274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3366"/>
                </a:solidFill>
                <a:latin typeface="Arial"/>
                <a:ea typeface="Arial"/>
                <a:cs typeface="Arial"/>
                <a:sym typeface="Arial"/>
              </a:rPr>
              <a:t>6. The Spatial Reality of Risk</a:t>
            </a:r>
            <a:endParaRPr b="0" i="0" sz="1800" u="none" cap="none" strike="noStrike">
              <a:solidFill>
                <a:schemeClr val="dk1"/>
              </a:solidFill>
              <a:latin typeface="Calibri"/>
              <a:ea typeface="Calibri"/>
              <a:cs typeface="Calibri"/>
              <a:sym typeface="Calibri"/>
            </a:endParaRPr>
          </a:p>
        </p:txBody>
      </p:sp>
      <p:sp>
        <p:nvSpPr>
          <p:cNvPr id="155" name="Google Shape;155;p19"/>
          <p:cNvSpPr/>
          <p:nvPr/>
        </p:nvSpPr>
        <p:spPr>
          <a:xfrm>
            <a:off x="457200" y="1524000"/>
            <a:ext cx="4762500" cy="1143000"/>
          </a:xfrm>
          <a:prstGeom prst="roundRect">
            <a:avLst>
              <a:gd fmla="val 6666" name="adj"/>
            </a:avLst>
          </a:prstGeom>
          <a:solidFill>
            <a:srgbClr val="F0F4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9"/>
          <p:cNvSpPr txBox="1"/>
          <p:nvPr/>
        </p:nvSpPr>
        <p:spPr>
          <a:xfrm>
            <a:off x="457200" y="1524000"/>
            <a:ext cx="4762500" cy="1143000"/>
          </a:xfrm>
          <a:prstGeom prst="rect">
            <a:avLst/>
          </a:prstGeom>
          <a:solidFill>
            <a:srgbClr val="000000">
              <a:alpha val="0"/>
            </a:srgbClr>
          </a:solidFill>
          <a:ln>
            <a:noFill/>
          </a:ln>
        </p:spPr>
        <p:txBody>
          <a:bodyPr anchorCtr="0" anchor="ctr" bIns="0" lIns="228600" spcFirstLastPara="1" rIns="228600" wrap="square" tIns="0">
            <a:noAutofit/>
          </a:bodyPr>
          <a:lstStyle/>
          <a:p>
            <a:pPr indent="0" lvl="0" marL="0" rtl="0" algn="l">
              <a:spcBef>
                <a:spcPts val="0"/>
              </a:spcBef>
              <a:spcAft>
                <a:spcPts val="0"/>
              </a:spcAft>
              <a:buNone/>
            </a:pPr>
            <a:r>
              <a:rPr b="1" lang="en-US" sz="1800">
                <a:solidFill>
                  <a:srgbClr val="003366"/>
                </a:solidFill>
                <a:latin typeface="Arial"/>
                <a:ea typeface="Arial"/>
                <a:cs typeface="Arial"/>
                <a:sym typeface="Arial"/>
              </a:rPr>
              <a:t>True aid requires on-the-ground physical execution.</a:t>
            </a:r>
            <a:endParaRPr b="1" sz="1800">
              <a:solidFill>
                <a:srgbClr val="003366"/>
              </a:solidFill>
              <a:latin typeface="Arial"/>
              <a:ea typeface="Arial"/>
              <a:cs typeface="Arial"/>
              <a:sym typeface="Arial"/>
            </a:endParaRPr>
          </a:p>
        </p:txBody>
      </p:sp>
      <p:sp>
        <p:nvSpPr>
          <p:cNvPr id="157" name="Google Shape;157;p19"/>
          <p:cNvSpPr txBox="1"/>
          <p:nvPr/>
        </p:nvSpPr>
        <p:spPr>
          <a:xfrm>
            <a:off x="457200" y="2857500"/>
            <a:ext cx="4762500" cy="3333900"/>
          </a:xfrm>
          <a:prstGeom prst="rect">
            <a:avLst/>
          </a:prstGeom>
          <a:solidFill>
            <a:srgbClr val="000000">
              <a:alpha val="0"/>
            </a:srgbClr>
          </a:solidFill>
          <a:ln>
            <a:noFill/>
          </a:ln>
        </p:spPr>
        <p:txBody>
          <a:bodyPr anchorCtr="0" anchor="t" bIns="0" lIns="76200" spcFirstLastPara="1" rIns="76200" wrap="square" tIns="0">
            <a:noAutofit/>
          </a:bodyPr>
          <a:lstStyle/>
          <a:p>
            <a:pPr indent="0" lvl="0" marL="0" rtl="0" algn="l">
              <a:spcBef>
                <a:spcPts val="0"/>
              </a:spcBef>
              <a:spcAft>
                <a:spcPts val="0"/>
              </a:spcAft>
              <a:buNone/>
            </a:pPr>
            <a:r>
              <a:rPr b="1" lang="en-US" sz="1300">
                <a:solidFill>
                  <a:srgbClr val="4F5E74"/>
                </a:solidFill>
                <a:latin typeface="Arial"/>
                <a:ea typeface="Arial"/>
                <a:cs typeface="Arial"/>
                <a:sym typeface="Arial"/>
              </a:rPr>
              <a:t>THE EVIDENCE</a:t>
            </a:r>
            <a:endParaRPr b="1" sz="1300">
              <a:solidFill>
                <a:srgbClr val="4F5E74"/>
              </a:solidFill>
              <a:latin typeface="Arial"/>
              <a:ea typeface="Arial"/>
              <a:cs typeface="Arial"/>
              <a:sym typeface="Arial"/>
            </a:endParaRPr>
          </a:p>
          <a:p>
            <a:pPr indent="0" lvl="0" marL="0" rtl="0" algn="l">
              <a:spcBef>
                <a:spcPts val="900"/>
              </a:spcBef>
              <a:spcAft>
                <a:spcPts val="0"/>
              </a:spcAft>
              <a:buNone/>
            </a:pPr>
            <a:r>
              <a:rPr b="0" lang="en-US" sz="1500">
                <a:solidFill>
                  <a:srgbClr val="404040"/>
                </a:solidFill>
                <a:latin typeface="Arial"/>
                <a:ea typeface="Arial"/>
                <a:cs typeface="Arial"/>
                <a:sym typeface="Arial"/>
              </a:rPr>
              <a:t>The 'Geographical Distribution by Risk Levels' map shows high-risk transactions clustering in specific global pockets.</a:t>
            </a:r>
            <a:endParaRPr b="0" sz="1500">
              <a:solidFill>
                <a:srgbClr val="404040"/>
              </a:solidFill>
              <a:latin typeface="Arial"/>
              <a:ea typeface="Arial"/>
              <a:cs typeface="Arial"/>
              <a:sym typeface="Arial"/>
            </a:endParaRPr>
          </a:p>
          <a:p>
            <a:pPr indent="0" lvl="0" marL="0" rtl="0" algn="l">
              <a:spcBef>
                <a:spcPts val="900"/>
              </a:spcBef>
              <a:spcAft>
                <a:spcPts val="0"/>
              </a:spcAft>
              <a:buNone/>
            </a:pPr>
            <a:r>
              <a:rPr b="0" lang="en-US" sz="1500">
                <a:solidFill>
                  <a:srgbClr val="404040"/>
                </a:solidFill>
                <a:latin typeface="Arial"/>
                <a:ea typeface="Arial"/>
                <a:cs typeface="Arial"/>
                <a:sym typeface="Arial"/>
              </a:rPr>
              <a:t>This spatial density proves that risk isn't a random data error; it's a systemic pattern concentrated in regions where financial oversight is severely compromised.</a:t>
            </a:r>
            <a:endParaRPr b="0" sz="1500">
              <a:solidFill>
                <a:srgbClr val="404040"/>
              </a:solidFill>
              <a:latin typeface="Arial"/>
              <a:ea typeface="Arial"/>
              <a:cs typeface="Arial"/>
              <a:sym typeface="Arial"/>
            </a:endParaRPr>
          </a:p>
        </p:txBody>
      </p:sp>
      <p:sp>
        <p:nvSpPr>
          <p:cNvPr id="158" name="Google Shape;158;p19"/>
          <p:cNvSpPr/>
          <p:nvPr/>
        </p:nvSpPr>
        <p:spPr>
          <a:xfrm>
            <a:off x="5638800" y="1524000"/>
            <a:ext cx="6096000" cy="4572000"/>
          </a:xfrm>
          <a:prstGeom prst="roundRect">
            <a:avLst>
              <a:gd fmla="val 1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9"/>
          <p:cNvSpPr txBox="1"/>
          <p:nvPr/>
        </p:nvSpPr>
        <p:spPr>
          <a:xfrm>
            <a:off x="5867400" y="1714500"/>
            <a:ext cx="5638800" cy="2859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64748B"/>
                </a:solidFill>
                <a:latin typeface="Arial"/>
                <a:ea typeface="Arial"/>
                <a:cs typeface="Arial"/>
                <a:sym typeface="Arial"/>
              </a:rPr>
              <a:t>GEOGRAPHICAL DISTRIBUTION BY RISK LEVELS</a:t>
            </a:r>
            <a:endParaRPr b="1" sz="1100">
              <a:solidFill>
                <a:srgbClr val="64748B"/>
              </a:solidFill>
              <a:latin typeface="Arial"/>
              <a:ea typeface="Arial"/>
              <a:cs typeface="Arial"/>
              <a:sym typeface="Arial"/>
            </a:endParaRPr>
          </a:p>
        </p:txBody>
      </p:sp>
      <p:pic>
        <p:nvPicPr>
          <p:cNvPr id="160" name="Google Shape;160;p19"/>
          <p:cNvPicPr preferRelativeResize="0"/>
          <p:nvPr/>
        </p:nvPicPr>
        <p:blipFill rotWithShape="1">
          <a:blip r:embed="rId3">
            <a:alphaModFix/>
          </a:blip>
          <a:srcRect b="30050" l="41067" r="2484" t="0"/>
          <a:stretch/>
        </p:blipFill>
        <p:spPr>
          <a:xfrm>
            <a:off x="5638800" y="2242050"/>
            <a:ext cx="6096000" cy="3669000"/>
          </a:xfrm>
          <a:prstGeom prst="roundRect">
            <a:avLst>
              <a:gd fmla="val 1518" name="adj"/>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0"/>
          <p:cNvSpPr txBox="1"/>
          <p:nvPr/>
        </p:nvSpPr>
        <p:spPr>
          <a:xfrm>
            <a:off x="457200" y="365760"/>
            <a:ext cx="11274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000" u="none" cap="none" strike="noStrike">
                <a:solidFill>
                  <a:srgbClr val="003366"/>
                </a:solidFill>
                <a:latin typeface="Arial"/>
                <a:ea typeface="Arial"/>
                <a:cs typeface="Arial"/>
                <a:sym typeface="Arial"/>
              </a:rPr>
              <a:t>7. Securing the Future of Global Aid</a:t>
            </a:r>
            <a:endParaRPr b="0" i="0" sz="1800" u="none" cap="none" strike="noStrike">
              <a:solidFill>
                <a:schemeClr val="dk1"/>
              </a:solidFill>
              <a:latin typeface="Calibri"/>
              <a:ea typeface="Calibri"/>
              <a:cs typeface="Calibri"/>
              <a:sym typeface="Calibri"/>
            </a:endParaRPr>
          </a:p>
        </p:txBody>
      </p:sp>
      <p:grpSp>
        <p:nvGrpSpPr>
          <p:cNvPr id="167" name="Google Shape;167;p20"/>
          <p:cNvGrpSpPr/>
          <p:nvPr/>
        </p:nvGrpSpPr>
        <p:grpSpPr>
          <a:xfrm>
            <a:off x="457200" y="1524000"/>
            <a:ext cx="4762500" cy="4572000"/>
            <a:chOff x="457200" y="1524000"/>
            <a:chExt cx="4762500" cy="4572000"/>
          </a:xfrm>
        </p:grpSpPr>
        <p:sp>
          <p:nvSpPr>
            <p:cNvPr id="168" name="Google Shape;168;p20"/>
            <p:cNvSpPr/>
            <p:nvPr/>
          </p:nvSpPr>
          <p:spPr>
            <a:xfrm>
              <a:off x="457200" y="1524000"/>
              <a:ext cx="4762500" cy="4572000"/>
            </a:xfrm>
            <a:prstGeom prst="roundRect">
              <a:avLst>
                <a:gd fmla="val 1666" name="adj"/>
              </a:avLst>
            </a:prstGeom>
            <a:solidFill>
              <a:srgbClr val="F0F4F8"/>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9" name="Google Shape;169;p20"/>
            <p:cNvSpPr txBox="1"/>
            <p:nvPr/>
          </p:nvSpPr>
          <p:spPr>
            <a:xfrm>
              <a:off x="457200" y="1524000"/>
              <a:ext cx="4762500" cy="4572000"/>
            </a:xfrm>
            <a:prstGeom prst="rect">
              <a:avLst/>
            </a:prstGeom>
            <a:noFill/>
            <a:ln>
              <a:noFill/>
            </a:ln>
          </p:spPr>
          <p:txBody>
            <a:bodyPr anchorCtr="0" anchor="t" bIns="381000" lIns="381000" spcFirstLastPara="1" rIns="381000" wrap="square" tIns="381000">
              <a:noAutofit/>
            </a:bodyPr>
            <a:lstStyle/>
            <a:p>
              <a:pPr indent="0" lvl="0" marL="0" rtl="0" algn="l">
                <a:spcBef>
                  <a:spcPts val="0"/>
                </a:spcBef>
                <a:spcAft>
                  <a:spcPts val="0"/>
                </a:spcAft>
                <a:buNone/>
              </a:pPr>
              <a:r>
                <a:rPr b="1" lang="en-US" sz="1300">
                  <a:solidFill>
                    <a:srgbClr val="4F5E74"/>
                  </a:solidFill>
                  <a:latin typeface="Arial"/>
                  <a:ea typeface="Arial"/>
                  <a:cs typeface="Arial"/>
                  <a:sym typeface="Arial"/>
                </a:rPr>
                <a:t>VERDICT</a:t>
              </a:r>
              <a:endParaRPr b="1" sz="1300">
                <a:solidFill>
                  <a:srgbClr val="4F5E74"/>
                </a:solidFill>
                <a:latin typeface="Arial"/>
                <a:ea typeface="Arial"/>
                <a:cs typeface="Arial"/>
                <a:sym typeface="Arial"/>
              </a:endParaRPr>
            </a:p>
            <a:p>
              <a:pPr indent="0" lvl="0" marL="0" rtl="0" algn="l">
                <a:spcBef>
                  <a:spcPts val="1800"/>
                </a:spcBef>
                <a:spcAft>
                  <a:spcPts val="0"/>
                </a:spcAft>
                <a:buNone/>
              </a:pPr>
              <a:r>
                <a:rPr b="1" lang="en-US" sz="2200">
                  <a:solidFill>
                    <a:srgbClr val="003366"/>
                  </a:solidFill>
                  <a:latin typeface="Arial"/>
                  <a:ea typeface="Arial"/>
                  <a:cs typeface="Arial"/>
                  <a:sym typeface="Arial"/>
                </a:rPr>
                <a:t>The money is not reliably reaching its intended destination.</a:t>
              </a:r>
              <a:endParaRPr b="1" sz="2200">
                <a:solidFill>
                  <a:srgbClr val="003366"/>
                </a:solidFill>
                <a:latin typeface="Arial"/>
                <a:ea typeface="Arial"/>
                <a:cs typeface="Arial"/>
                <a:sym typeface="Arial"/>
              </a:endParaRPr>
            </a:p>
            <a:p>
              <a:pPr indent="0" lvl="0" marL="0" rtl="0" algn="l">
                <a:spcBef>
                  <a:spcPts val="1800"/>
                </a:spcBef>
                <a:spcAft>
                  <a:spcPts val="0"/>
                </a:spcAft>
                <a:buNone/>
              </a:pPr>
              <a:r>
                <a:rPr b="0" lang="en-US" sz="1500">
                  <a:solidFill>
                    <a:srgbClr val="555555"/>
                  </a:solidFill>
                  <a:latin typeface="Arial"/>
                  <a:ea typeface="Arial"/>
                  <a:cs typeface="Arial"/>
                  <a:sym typeface="Arial"/>
                </a:rPr>
                <a:t>It is bottlenecked at the commitment phase, absorbed by organizational overhead, and obscured through financial fragmentation.</a:t>
              </a:r>
              <a:endParaRPr b="0" sz="1500">
                <a:solidFill>
                  <a:srgbClr val="555555"/>
                </a:solidFill>
                <a:latin typeface="Arial"/>
                <a:ea typeface="Arial"/>
                <a:cs typeface="Arial"/>
                <a:sym typeface="Arial"/>
              </a:endParaRPr>
            </a:p>
          </p:txBody>
        </p:sp>
      </p:grpSp>
      <p:sp>
        <p:nvSpPr>
          <p:cNvPr id="170" name="Google Shape;170;p20"/>
          <p:cNvSpPr txBox="1"/>
          <p:nvPr/>
        </p:nvSpPr>
        <p:spPr>
          <a:xfrm>
            <a:off x="5638800" y="1524000"/>
            <a:ext cx="6096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300">
                <a:solidFill>
                  <a:srgbClr val="4F5E74"/>
                </a:solidFill>
                <a:latin typeface="Arial"/>
                <a:ea typeface="Arial"/>
                <a:cs typeface="Arial"/>
                <a:sym typeface="Arial"/>
              </a:rPr>
              <a:t>RECOMMENDATIONS</a:t>
            </a:r>
            <a:endParaRPr b="1" sz="1300">
              <a:solidFill>
                <a:srgbClr val="4F5E74"/>
              </a:solidFill>
              <a:latin typeface="Arial"/>
              <a:ea typeface="Arial"/>
              <a:cs typeface="Arial"/>
              <a:sym typeface="Arial"/>
            </a:endParaRPr>
          </a:p>
        </p:txBody>
      </p:sp>
      <p:grpSp>
        <p:nvGrpSpPr>
          <p:cNvPr id="171" name="Google Shape;171;p20"/>
          <p:cNvGrpSpPr/>
          <p:nvPr/>
        </p:nvGrpSpPr>
        <p:grpSpPr>
          <a:xfrm>
            <a:off x="5638800" y="2000250"/>
            <a:ext cx="6096000" cy="1047900"/>
            <a:chOff x="0" y="0"/>
            <a:chExt cx="6096000" cy="1047900"/>
          </a:xfrm>
        </p:grpSpPr>
        <p:sp>
          <p:nvSpPr>
            <p:cNvPr id="172" name="Google Shape;172;p20"/>
            <p:cNvSpPr/>
            <p:nvPr/>
          </p:nvSpPr>
          <p:spPr>
            <a:xfrm>
              <a:off x="0" y="0"/>
              <a:ext cx="419100" cy="419100"/>
            </a:xfrm>
            <a:prstGeom prst="roundRect">
              <a:avLst>
                <a:gd fmla="val 18181" name="adj"/>
              </a:avLst>
            </a:prstGeom>
            <a:solidFill>
              <a:srgbClr val="00336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3" name="Google Shape;173;p20"/>
            <p:cNvSpPr txBox="1"/>
            <p:nvPr/>
          </p:nvSpPr>
          <p:spPr>
            <a:xfrm>
              <a:off x="0" y="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FFFFF"/>
                  </a:solidFill>
                  <a:latin typeface="Arial"/>
                  <a:ea typeface="Arial"/>
                  <a:cs typeface="Arial"/>
                  <a:sym typeface="Arial"/>
                </a:rPr>
                <a:t>01</a:t>
              </a:r>
              <a:endParaRPr b="1" sz="1600">
                <a:solidFill>
                  <a:srgbClr val="FFFFFF"/>
                </a:solidFill>
                <a:latin typeface="Arial"/>
                <a:ea typeface="Arial"/>
                <a:cs typeface="Arial"/>
                <a:sym typeface="Arial"/>
              </a:endParaRPr>
            </a:p>
          </p:txBody>
        </p:sp>
        <p:sp>
          <p:nvSpPr>
            <p:cNvPr id="174" name="Google Shape;174;p20"/>
            <p:cNvSpPr txBox="1"/>
            <p:nvPr/>
          </p:nvSpPr>
          <p:spPr>
            <a:xfrm>
              <a:off x="609600" y="0"/>
              <a:ext cx="5486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700">
                  <a:solidFill>
                    <a:srgbClr val="003366"/>
                  </a:solidFill>
                  <a:latin typeface="Arial"/>
                  <a:ea typeface="Arial"/>
                  <a:cs typeface="Arial"/>
                  <a:sym typeface="Arial"/>
                </a:rPr>
                <a:t>Cap Administrative Overhead</a:t>
              </a:r>
              <a:endParaRPr b="1" sz="1700">
                <a:solidFill>
                  <a:srgbClr val="003366"/>
                </a:solidFill>
                <a:latin typeface="Arial"/>
                <a:ea typeface="Arial"/>
                <a:cs typeface="Arial"/>
                <a:sym typeface="Arial"/>
              </a:endParaRPr>
            </a:p>
            <a:p>
              <a:pPr indent="0" lvl="0" marL="0" rtl="0" algn="l">
                <a:spcBef>
                  <a:spcPts val="600"/>
                </a:spcBef>
                <a:spcAft>
                  <a:spcPts val="0"/>
                </a:spcAft>
                <a:buNone/>
              </a:pPr>
              <a:r>
                <a:rPr b="0" lang="en-US" sz="1400">
                  <a:solidFill>
                    <a:srgbClr val="555555"/>
                  </a:solidFill>
                  <a:latin typeface="Arial"/>
                  <a:ea typeface="Arial"/>
                  <a:cs typeface="Arial"/>
                  <a:sym typeface="Arial"/>
                </a:rPr>
                <a:t>Enforce a strict maximum overhead ratio for all civil society partners.</a:t>
              </a:r>
              <a:endParaRPr b="0" sz="1400">
                <a:solidFill>
                  <a:srgbClr val="555555"/>
                </a:solidFill>
                <a:latin typeface="Arial"/>
                <a:ea typeface="Arial"/>
                <a:cs typeface="Arial"/>
                <a:sym typeface="Arial"/>
              </a:endParaRPr>
            </a:p>
          </p:txBody>
        </p:sp>
      </p:grpSp>
      <p:grpSp>
        <p:nvGrpSpPr>
          <p:cNvPr id="175" name="Google Shape;175;p20"/>
          <p:cNvGrpSpPr/>
          <p:nvPr/>
        </p:nvGrpSpPr>
        <p:grpSpPr>
          <a:xfrm>
            <a:off x="5638800" y="3286125"/>
            <a:ext cx="6096000" cy="1047900"/>
            <a:chOff x="0" y="0"/>
            <a:chExt cx="6096000" cy="1047900"/>
          </a:xfrm>
        </p:grpSpPr>
        <p:sp>
          <p:nvSpPr>
            <p:cNvPr id="176" name="Google Shape;176;p20"/>
            <p:cNvSpPr/>
            <p:nvPr/>
          </p:nvSpPr>
          <p:spPr>
            <a:xfrm>
              <a:off x="0" y="0"/>
              <a:ext cx="419100" cy="419100"/>
            </a:xfrm>
            <a:prstGeom prst="roundRect">
              <a:avLst>
                <a:gd fmla="val 18181" name="adj"/>
              </a:avLst>
            </a:prstGeom>
            <a:solidFill>
              <a:srgbClr val="00336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7" name="Google Shape;177;p20"/>
            <p:cNvSpPr txBox="1"/>
            <p:nvPr/>
          </p:nvSpPr>
          <p:spPr>
            <a:xfrm>
              <a:off x="0" y="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FFFFF"/>
                  </a:solidFill>
                  <a:latin typeface="Arial"/>
                  <a:ea typeface="Arial"/>
                  <a:cs typeface="Arial"/>
                  <a:sym typeface="Arial"/>
                </a:rPr>
                <a:t>02</a:t>
              </a:r>
              <a:endParaRPr b="1" sz="1600">
                <a:solidFill>
                  <a:srgbClr val="FFFFFF"/>
                </a:solidFill>
                <a:latin typeface="Arial"/>
                <a:ea typeface="Arial"/>
                <a:cs typeface="Arial"/>
                <a:sym typeface="Arial"/>
              </a:endParaRPr>
            </a:p>
          </p:txBody>
        </p:sp>
        <p:sp>
          <p:nvSpPr>
            <p:cNvPr id="178" name="Google Shape;178;p20"/>
            <p:cNvSpPr txBox="1"/>
            <p:nvPr/>
          </p:nvSpPr>
          <p:spPr>
            <a:xfrm>
              <a:off x="609600" y="0"/>
              <a:ext cx="5486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700">
                  <a:solidFill>
                    <a:srgbClr val="003366"/>
                  </a:solidFill>
                  <a:latin typeface="Arial"/>
                  <a:ea typeface="Arial"/>
                  <a:cs typeface="Arial"/>
                  <a:sym typeface="Arial"/>
                </a:rPr>
                <a:t>Milestone-Based Disbursements</a:t>
              </a:r>
              <a:endParaRPr b="1" sz="1700">
                <a:solidFill>
                  <a:srgbClr val="003366"/>
                </a:solidFill>
                <a:latin typeface="Arial"/>
                <a:ea typeface="Arial"/>
                <a:cs typeface="Arial"/>
                <a:sym typeface="Arial"/>
              </a:endParaRPr>
            </a:p>
            <a:p>
              <a:pPr indent="0" lvl="0" marL="0" rtl="0" algn="l">
                <a:spcBef>
                  <a:spcPts val="600"/>
                </a:spcBef>
                <a:spcAft>
                  <a:spcPts val="0"/>
                </a:spcAft>
                <a:buNone/>
              </a:pPr>
              <a:r>
                <a:rPr b="0" lang="en-US" sz="1400">
                  <a:solidFill>
                    <a:srgbClr val="555555"/>
                  </a:solidFill>
                  <a:latin typeface="Arial"/>
                  <a:ea typeface="Arial"/>
                  <a:cs typeface="Arial"/>
                  <a:sym typeface="Arial"/>
                </a:rPr>
                <a:t>Shift from bulk commitments to micro-releases tied strictly to verified, geolocated milestones.</a:t>
              </a:r>
              <a:endParaRPr b="0" sz="1400">
                <a:solidFill>
                  <a:srgbClr val="555555"/>
                </a:solidFill>
                <a:latin typeface="Arial"/>
                <a:ea typeface="Arial"/>
                <a:cs typeface="Arial"/>
                <a:sym typeface="Arial"/>
              </a:endParaRPr>
            </a:p>
          </p:txBody>
        </p:sp>
      </p:grpSp>
      <p:grpSp>
        <p:nvGrpSpPr>
          <p:cNvPr id="179" name="Google Shape;179;p20"/>
          <p:cNvGrpSpPr/>
          <p:nvPr/>
        </p:nvGrpSpPr>
        <p:grpSpPr>
          <a:xfrm>
            <a:off x="5638800" y="4572000"/>
            <a:ext cx="6096000" cy="1047900"/>
            <a:chOff x="0" y="0"/>
            <a:chExt cx="6096000" cy="1047900"/>
          </a:xfrm>
        </p:grpSpPr>
        <p:sp>
          <p:nvSpPr>
            <p:cNvPr id="180" name="Google Shape;180;p20"/>
            <p:cNvSpPr/>
            <p:nvPr/>
          </p:nvSpPr>
          <p:spPr>
            <a:xfrm>
              <a:off x="0" y="0"/>
              <a:ext cx="419100" cy="419100"/>
            </a:xfrm>
            <a:prstGeom prst="roundRect">
              <a:avLst>
                <a:gd fmla="val 18181" name="adj"/>
              </a:avLst>
            </a:prstGeom>
            <a:solidFill>
              <a:srgbClr val="00336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20"/>
            <p:cNvSpPr txBox="1"/>
            <p:nvPr/>
          </p:nvSpPr>
          <p:spPr>
            <a:xfrm>
              <a:off x="0" y="0"/>
              <a:ext cx="419100" cy="4191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1600">
                  <a:solidFill>
                    <a:srgbClr val="FFFFFF"/>
                  </a:solidFill>
                  <a:latin typeface="Arial"/>
                  <a:ea typeface="Arial"/>
                  <a:cs typeface="Arial"/>
                  <a:sym typeface="Arial"/>
                </a:rPr>
                <a:t>03</a:t>
              </a:r>
              <a:endParaRPr b="1" sz="1600">
                <a:solidFill>
                  <a:srgbClr val="FFFFFF"/>
                </a:solidFill>
                <a:latin typeface="Arial"/>
                <a:ea typeface="Arial"/>
                <a:cs typeface="Arial"/>
                <a:sym typeface="Arial"/>
              </a:endParaRPr>
            </a:p>
          </p:txBody>
        </p:sp>
        <p:sp>
          <p:nvSpPr>
            <p:cNvPr id="182" name="Google Shape;182;p20"/>
            <p:cNvSpPr txBox="1"/>
            <p:nvPr/>
          </p:nvSpPr>
          <p:spPr>
            <a:xfrm>
              <a:off x="609600" y="0"/>
              <a:ext cx="5486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700">
                  <a:solidFill>
                    <a:srgbClr val="003366"/>
                  </a:solidFill>
                  <a:latin typeface="Arial"/>
                  <a:ea typeface="Arial"/>
                  <a:cs typeface="Arial"/>
                  <a:sym typeface="Arial"/>
                </a:rPr>
                <a:t>Algorithmic Auditing</a:t>
              </a:r>
              <a:endParaRPr b="1" sz="1700">
                <a:solidFill>
                  <a:srgbClr val="003366"/>
                </a:solidFill>
                <a:latin typeface="Arial"/>
                <a:ea typeface="Arial"/>
                <a:cs typeface="Arial"/>
                <a:sym typeface="Arial"/>
              </a:endParaRPr>
            </a:p>
            <a:p>
              <a:pPr indent="0" lvl="0" marL="0" rtl="0" algn="l">
                <a:spcBef>
                  <a:spcPts val="600"/>
                </a:spcBef>
                <a:spcAft>
                  <a:spcPts val="0"/>
                </a:spcAft>
                <a:buNone/>
              </a:pPr>
              <a:r>
                <a:rPr b="0" lang="en-US" sz="1400">
                  <a:solidFill>
                    <a:srgbClr val="555555"/>
                  </a:solidFill>
                  <a:latin typeface="Arial"/>
                  <a:ea typeface="Arial"/>
                  <a:cs typeface="Arial"/>
                  <a:sym typeface="Arial"/>
                </a:rPr>
                <a:t>Deploy this exact risk-scoring engine to flag 'Smurfing' and 'Fragmentation' before funds are approved.</a:t>
              </a:r>
              <a:endParaRPr b="0" sz="1400">
                <a:solidFill>
                  <a:srgbClr val="555555"/>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